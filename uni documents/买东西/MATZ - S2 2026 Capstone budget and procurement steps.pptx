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handoutMasterIdLst>
    <p:handoutMasterId r:id="rId27"/>
  </p:handoutMasterIdLst>
  <p:sldIdLst>
    <p:sldId id="370" r:id="rId5"/>
    <p:sldId id="468" r:id="rId6"/>
    <p:sldId id="464" r:id="rId7"/>
    <p:sldId id="454" r:id="rId8"/>
    <p:sldId id="463" r:id="rId9"/>
    <p:sldId id="455" r:id="rId10"/>
    <p:sldId id="466" r:id="rId11"/>
    <p:sldId id="456" r:id="rId12"/>
    <p:sldId id="457" r:id="rId13"/>
    <p:sldId id="458" r:id="rId14"/>
    <p:sldId id="461" r:id="rId15"/>
    <p:sldId id="469" r:id="rId16"/>
    <p:sldId id="331" r:id="rId17"/>
    <p:sldId id="453" r:id="rId18"/>
    <p:sldId id="460" r:id="rId19"/>
    <p:sldId id="459" r:id="rId20"/>
    <p:sldId id="462" r:id="rId21"/>
    <p:sldId id="471" r:id="rId22"/>
    <p:sldId id="470" r:id="rId23"/>
    <p:sldId id="472" r:id="rId24"/>
    <p:sldId id="467" r:id="rId25"/>
  </p:sldIdLst>
  <p:sldSz cx="12192000" cy="6858000"/>
  <p:notesSz cx="6858000" cy="9144000"/>
  <p:defaultText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defaultTextStyle>
  <p:extLst>
    <p:ext uri="{521415D9-36F7-43E2-AB2F-B90AF26B5E84}">
      <p14:sectionLst xmlns:p14="http://schemas.microsoft.com/office/powerpoint/2010/main">
        <p14:section name="Right Click for Option" id="{4FDA67CD-A15C-4C29-8948-D1BF91269A83}">
          <p14:sldIdLst>
            <p14:sldId id="370"/>
            <p14:sldId id="468"/>
            <p14:sldId id="464"/>
            <p14:sldId id="454"/>
            <p14:sldId id="463"/>
            <p14:sldId id="455"/>
            <p14:sldId id="466"/>
            <p14:sldId id="456"/>
            <p14:sldId id="457"/>
            <p14:sldId id="458"/>
            <p14:sldId id="461"/>
            <p14:sldId id="469"/>
            <p14:sldId id="331"/>
            <p14:sldId id="453"/>
            <p14:sldId id="460"/>
            <p14:sldId id="459"/>
            <p14:sldId id="462"/>
            <p14:sldId id="471"/>
            <p14:sldId id="470"/>
            <p14:sldId id="472"/>
            <p14:sldId id="46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hay" initials="" lastIdx="0" clrIdx="0"/>
  <p:cmAuthor id="1" name="Shay" initials="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F46"/>
    <a:srgbClr val="DDDDDD"/>
    <a:srgbClr val="F2B8D8"/>
    <a:srgbClr val="EB7BBE"/>
    <a:srgbClr val="FFD629"/>
    <a:srgbClr val="EBEBEB"/>
    <a:srgbClr val="4F4C37"/>
    <a:srgbClr val="1E497D"/>
    <a:srgbClr val="8F99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72037E-E5A2-4D94-A3AA-8800F5024C3F}" v="1110" dt="2026-08-11T05:05:30.502"/>
  </p1510:revLst>
</p1510:revInfo>
</file>

<file path=ppt/tableStyles.xml><?xml version="1.0" encoding="utf-8"?>
<a:tblStyleLst xmlns:a="http://schemas.openxmlformats.org/drawingml/2006/main" def="{A186E7CC-E9CA-4A81-9595-9A8B10420DC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8" d="100"/>
          <a:sy n="78" d="100"/>
        </p:scale>
        <p:origin x="112" y="44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z Duebbert" userId="186eee5d-4fd4-4a44-8711-52ad9b574fc5" providerId="ADAL" clId="{504C6321-DA92-44D6-8E1D-2E3929C4A43A}"/>
    <pc:docChg chg="modSld">
      <pc:chgData name="Matz Duebbert" userId="186eee5d-4fd4-4a44-8711-52ad9b574fc5" providerId="ADAL" clId="{504C6321-DA92-44D6-8E1D-2E3929C4A43A}" dt="2026-08-11T05:11:16.991" v="1341" actId="1076"/>
      <pc:docMkLst>
        <pc:docMk/>
      </pc:docMkLst>
      <pc:sldChg chg="modSp mod">
        <pc:chgData name="Matz Duebbert" userId="186eee5d-4fd4-4a44-8711-52ad9b574fc5" providerId="ADAL" clId="{504C6321-DA92-44D6-8E1D-2E3929C4A43A}" dt="2026-08-10T03:53:56.179" v="451" actId="1076"/>
        <pc:sldMkLst>
          <pc:docMk/>
          <pc:sldMk cId="2047649083" sldId="331"/>
        </pc:sldMkLst>
        <pc:spChg chg="mod">
          <ac:chgData name="Matz Duebbert" userId="186eee5d-4fd4-4a44-8711-52ad9b574fc5" providerId="ADAL" clId="{504C6321-DA92-44D6-8E1D-2E3929C4A43A}" dt="2026-08-10T03:52:46.878" v="418" actId="20577"/>
          <ac:spMkLst>
            <pc:docMk/>
            <pc:sldMk cId="2047649083" sldId="331"/>
            <ac:spMk id="4" creationId="{1AD16B97-0F16-B995-332F-7B827D3BF9C6}"/>
          </ac:spMkLst>
        </pc:spChg>
        <pc:spChg chg="mod">
          <ac:chgData name="Matz Duebbert" userId="186eee5d-4fd4-4a44-8711-52ad9b574fc5" providerId="ADAL" clId="{504C6321-DA92-44D6-8E1D-2E3929C4A43A}" dt="2026-08-10T03:53:56.179" v="451" actId="1076"/>
          <ac:spMkLst>
            <pc:docMk/>
            <pc:sldMk cId="2047649083" sldId="331"/>
            <ac:spMk id="9" creationId="{4CE9BED1-C533-4E5B-ABF0-B4EC344A1181}"/>
          </ac:spMkLst>
        </pc:spChg>
      </pc:sldChg>
      <pc:sldChg chg="modSp mod">
        <pc:chgData name="Matz Duebbert" userId="186eee5d-4fd4-4a44-8711-52ad9b574fc5" providerId="ADAL" clId="{504C6321-DA92-44D6-8E1D-2E3929C4A43A}" dt="2026-08-11T05:11:16.991" v="1341" actId="1076"/>
        <pc:sldMkLst>
          <pc:docMk/>
          <pc:sldMk cId="3366627233" sldId="370"/>
        </pc:sldMkLst>
        <pc:spChg chg="mod">
          <ac:chgData name="Matz Duebbert" userId="186eee5d-4fd4-4a44-8711-52ad9b574fc5" providerId="ADAL" clId="{504C6321-DA92-44D6-8E1D-2E3929C4A43A}" dt="2026-08-11T05:00:57.181" v="1267" actId="20577"/>
          <ac:spMkLst>
            <pc:docMk/>
            <pc:sldMk cId="3366627233" sldId="370"/>
            <ac:spMk id="3" creationId="{56933DC2-E5B9-29B5-950F-390A019E8DCF}"/>
          </ac:spMkLst>
        </pc:spChg>
        <pc:spChg chg="mod">
          <ac:chgData name="Matz Duebbert" userId="186eee5d-4fd4-4a44-8711-52ad9b574fc5" providerId="ADAL" clId="{504C6321-DA92-44D6-8E1D-2E3929C4A43A}" dt="2026-08-11T05:11:16.991" v="1341" actId="1076"/>
          <ac:spMkLst>
            <pc:docMk/>
            <pc:sldMk cId="3366627233" sldId="370"/>
            <ac:spMk id="6" creationId="{58DE4979-68DD-96A7-222F-777A38380D94}"/>
          </ac:spMkLst>
        </pc:spChg>
      </pc:sldChg>
      <pc:sldChg chg="addSp modSp mod">
        <pc:chgData name="Matz Duebbert" userId="186eee5d-4fd4-4a44-8711-52ad9b574fc5" providerId="ADAL" clId="{504C6321-DA92-44D6-8E1D-2E3929C4A43A}" dt="2026-08-10T03:07:36.181" v="43" actId="408"/>
        <pc:sldMkLst>
          <pc:docMk/>
          <pc:sldMk cId="2363293232" sldId="454"/>
        </pc:sldMkLst>
        <pc:spChg chg="mod">
          <ac:chgData name="Matz Duebbert" userId="186eee5d-4fd4-4a44-8711-52ad9b574fc5" providerId="ADAL" clId="{504C6321-DA92-44D6-8E1D-2E3929C4A43A}" dt="2026-08-04T04:03:39.273" v="1" actId="164"/>
          <ac:spMkLst>
            <pc:docMk/>
            <pc:sldMk cId="2363293232" sldId="454"/>
            <ac:spMk id="5" creationId="{D54B40CD-051A-9334-F13F-B8866BCDF9C8}"/>
          </ac:spMkLst>
        </pc:spChg>
        <pc:grpChg chg="add mod">
          <ac:chgData name="Matz Duebbert" userId="186eee5d-4fd4-4a44-8711-52ad9b574fc5" providerId="ADAL" clId="{504C6321-DA92-44D6-8E1D-2E3929C4A43A}" dt="2026-08-10T03:07:31.540" v="42" actId="12789"/>
          <ac:grpSpMkLst>
            <pc:docMk/>
            <pc:sldMk cId="2363293232" sldId="454"/>
            <ac:grpSpMk id="6" creationId="{5E6BED54-BBAE-7256-E962-3B75E94A55F2}"/>
          </ac:grpSpMkLst>
        </pc:grpChg>
        <pc:picChg chg="add mod">
          <ac:chgData name="Matz Duebbert" userId="186eee5d-4fd4-4a44-8711-52ad9b574fc5" providerId="ADAL" clId="{504C6321-DA92-44D6-8E1D-2E3929C4A43A}" dt="2026-08-04T04:03:39.273" v="1" actId="164"/>
          <ac:picMkLst>
            <pc:docMk/>
            <pc:sldMk cId="2363293232" sldId="454"/>
            <ac:picMk id="4" creationId="{F12F6ACE-360F-C2F2-AEE3-A88113C0F34C}"/>
          </ac:picMkLst>
        </pc:picChg>
        <pc:picChg chg="mod">
          <ac:chgData name="Matz Duebbert" userId="186eee5d-4fd4-4a44-8711-52ad9b574fc5" providerId="ADAL" clId="{504C6321-DA92-44D6-8E1D-2E3929C4A43A}" dt="2026-08-10T03:07:36.181" v="43" actId="408"/>
          <ac:picMkLst>
            <pc:docMk/>
            <pc:sldMk cId="2363293232" sldId="454"/>
            <ac:picMk id="8" creationId="{739D4332-2D3F-96E1-5E27-817790F7B78B}"/>
          </ac:picMkLst>
        </pc:picChg>
        <pc:picChg chg="mod">
          <ac:chgData name="Matz Duebbert" userId="186eee5d-4fd4-4a44-8711-52ad9b574fc5" providerId="ADAL" clId="{504C6321-DA92-44D6-8E1D-2E3929C4A43A}" dt="2026-08-10T03:07:31.540" v="42" actId="12789"/>
          <ac:picMkLst>
            <pc:docMk/>
            <pc:sldMk cId="2363293232" sldId="454"/>
            <ac:picMk id="10" creationId="{ECF226A9-D33E-9F8D-B1B1-BBCB755140AB}"/>
          </ac:picMkLst>
        </pc:picChg>
        <pc:picChg chg="mod">
          <ac:chgData name="Matz Duebbert" userId="186eee5d-4fd4-4a44-8711-52ad9b574fc5" providerId="ADAL" clId="{504C6321-DA92-44D6-8E1D-2E3929C4A43A}" dt="2026-08-10T03:07:36.181" v="43" actId="408"/>
          <ac:picMkLst>
            <pc:docMk/>
            <pc:sldMk cId="2363293232" sldId="454"/>
            <ac:picMk id="12" creationId="{95815AC8-638D-49A9-911F-591C2EAF6C2B}"/>
          </ac:picMkLst>
        </pc:picChg>
      </pc:sldChg>
      <pc:sldChg chg="modSp modAnim">
        <pc:chgData name="Matz Duebbert" userId="186eee5d-4fd4-4a44-8711-52ad9b574fc5" providerId="ADAL" clId="{504C6321-DA92-44D6-8E1D-2E3929C4A43A}" dt="2026-08-10T04:19:50.341" v="624" actId="6549"/>
        <pc:sldMkLst>
          <pc:docMk/>
          <pc:sldMk cId="2428192806" sldId="455"/>
        </pc:sldMkLst>
        <pc:spChg chg="mod">
          <ac:chgData name="Matz Duebbert" userId="186eee5d-4fd4-4a44-8711-52ad9b574fc5" providerId="ADAL" clId="{504C6321-DA92-44D6-8E1D-2E3929C4A43A}" dt="2026-08-10T04:19:50.341" v="624" actId="6549"/>
          <ac:spMkLst>
            <pc:docMk/>
            <pc:sldMk cId="2428192806" sldId="455"/>
            <ac:spMk id="3" creationId="{33971E13-D682-B0B0-B94E-C6880100B7A5}"/>
          </ac:spMkLst>
        </pc:spChg>
      </pc:sldChg>
      <pc:sldChg chg="addSp modSp mod">
        <pc:chgData name="Matz Duebbert" userId="186eee5d-4fd4-4a44-8711-52ad9b574fc5" providerId="ADAL" clId="{504C6321-DA92-44D6-8E1D-2E3929C4A43A}" dt="2026-08-11T05:06:44.118" v="1340" actId="1076"/>
        <pc:sldMkLst>
          <pc:docMk/>
          <pc:sldMk cId="115573604" sldId="456"/>
        </pc:sldMkLst>
        <pc:spChg chg="add mod">
          <ac:chgData name="Matz Duebbert" userId="186eee5d-4fd4-4a44-8711-52ad9b574fc5" providerId="ADAL" clId="{504C6321-DA92-44D6-8E1D-2E3929C4A43A}" dt="2026-08-11T05:06:44.118" v="1340" actId="1076"/>
          <ac:spMkLst>
            <pc:docMk/>
            <pc:sldMk cId="115573604" sldId="456"/>
            <ac:spMk id="6" creationId="{A5CE3CF6-4E77-83F9-4440-3EE3A52F5A76}"/>
          </ac:spMkLst>
        </pc:spChg>
      </pc:sldChg>
      <pc:sldChg chg="addSp modSp mod modAnim">
        <pc:chgData name="Matz Duebbert" userId="186eee5d-4fd4-4a44-8711-52ad9b574fc5" providerId="ADAL" clId="{504C6321-DA92-44D6-8E1D-2E3929C4A43A}" dt="2026-08-11T05:06:16.360" v="1325" actId="207"/>
        <pc:sldMkLst>
          <pc:docMk/>
          <pc:sldMk cId="1833560860" sldId="457"/>
        </pc:sldMkLst>
        <pc:spChg chg="mod">
          <ac:chgData name="Matz Duebbert" userId="186eee5d-4fd4-4a44-8711-52ad9b574fc5" providerId="ADAL" clId="{504C6321-DA92-44D6-8E1D-2E3929C4A43A}" dt="2026-08-11T04:11:11.592" v="1251" actId="552"/>
          <ac:spMkLst>
            <pc:docMk/>
            <pc:sldMk cId="1833560860" sldId="457"/>
            <ac:spMk id="3" creationId="{3DEBB429-E1EA-1F2C-A073-D84C80900378}"/>
          </ac:spMkLst>
        </pc:spChg>
        <pc:spChg chg="add mod">
          <ac:chgData name="Matz Duebbert" userId="186eee5d-4fd4-4a44-8711-52ad9b574fc5" providerId="ADAL" clId="{504C6321-DA92-44D6-8E1D-2E3929C4A43A}" dt="2026-08-11T04:11:11.592" v="1251" actId="552"/>
          <ac:spMkLst>
            <pc:docMk/>
            <pc:sldMk cId="1833560860" sldId="457"/>
            <ac:spMk id="4" creationId="{63907EB3-D3EA-F000-77D8-E2DDCFE5A68C}"/>
          </ac:spMkLst>
        </pc:spChg>
        <pc:spChg chg="add mod">
          <ac:chgData name="Matz Duebbert" userId="186eee5d-4fd4-4a44-8711-52ad9b574fc5" providerId="ADAL" clId="{504C6321-DA92-44D6-8E1D-2E3929C4A43A}" dt="2026-08-11T04:11:17.787" v="1252" actId="465"/>
          <ac:spMkLst>
            <pc:docMk/>
            <pc:sldMk cId="1833560860" sldId="457"/>
            <ac:spMk id="5" creationId="{A5305ACF-8970-5E5F-F998-7BB26C5C07F4}"/>
          </ac:spMkLst>
        </pc:spChg>
        <pc:spChg chg="add mod">
          <ac:chgData name="Matz Duebbert" userId="186eee5d-4fd4-4a44-8711-52ad9b574fc5" providerId="ADAL" clId="{504C6321-DA92-44D6-8E1D-2E3929C4A43A}" dt="2026-08-11T04:11:17.787" v="1252" actId="465"/>
          <ac:spMkLst>
            <pc:docMk/>
            <pc:sldMk cId="1833560860" sldId="457"/>
            <ac:spMk id="6" creationId="{6D81A53C-24CF-68E4-7C9E-51EF860176B0}"/>
          </ac:spMkLst>
        </pc:spChg>
        <pc:spChg chg="add mod">
          <ac:chgData name="Matz Duebbert" userId="186eee5d-4fd4-4a44-8711-52ad9b574fc5" providerId="ADAL" clId="{504C6321-DA92-44D6-8E1D-2E3929C4A43A}" dt="2026-08-11T04:11:17.787" v="1252" actId="465"/>
          <ac:spMkLst>
            <pc:docMk/>
            <pc:sldMk cId="1833560860" sldId="457"/>
            <ac:spMk id="7" creationId="{1493C2DE-803C-BABE-FDBD-3FB0BE051214}"/>
          </ac:spMkLst>
        </pc:spChg>
        <pc:spChg chg="add mod">
          <ac:chgData name="Matz Duebbert" userId="186eee5d-4fd4-4a44-8711-52ad9b574fc5" providerId="ADAL" clId="{504C6321-DA92-44D6-8E1D-2E3929C4A43A}" dt="2026-08-11T04:11:17.787" v="1252" actId="465"/>
          <ac:spMkLst>
            <pc:docMk/>
            <pc:sldMk cId="1833560860" sldId="457"/>
            <ac:spMk id="8" creationId="{0451F3E5-F64A-3C9B-0926-C3375CF43101}"/>
          </ac:spMkLst>
        </pc:spChg>
        <pc:spChg chg="add mod">
          <ac:chgData name="Matz Duebbert" userId="186eee5d-4fd4-4a44-8711-52ad9b574fc5" providerId="ADAL" clId="{504C6321-DA92-44D6-8E1D-2E3929C4A43A}" dt="2026-08-11T05:06:16.360" v="1325" actId="207"/>
          <ac:spMkLst>
            <pc:docMk/>
            <pc:sldMk cId="1833560860" sldId="457"/>
            <ac:spMk id="9" creationId="{ADE53B38-AF9F-C4E0-5711-D58E2065647A}"/>
          </ac:spMkLst>
        </pc:spChg>
      </pc:sldChg>
      <pc:sldChg chg="modSp">
        <pc:chgData name="Matz Duebbert" userId="186eee5d-4fd4-4a44-8711-52ad9b574fc5" providerId="ADAL" clId="{504C6321-DA92-44D6-8E1D-2E3929C4A43A}" dt="2026-08-11T04:12:29.793" v="1263" actId="20577"/>
        <pc:sldMkLst>
          <pc:docMk/>
          <pc:sldMk cId="4069288537" sldId="458"/>
        </pc:sldMkLst>
        <pc:spChg chg="mod">
          <ac:chgData name="Matz Duebbert" userId="186eee5d-4fd4-4a44-8711-52ad9b574fc5" providerId="ADAL" clId="{504C6321-DA92-44D6-8E1D-2E3929C4A43A}" dt="2026-08-11T04:12:29.793" v="1263" actId="20577"/>
          <ac:spMkLst>
            <pc:docMk/>
            <pc:sldMk cId="4069288537" sldId="458"/>
            <ac:spMk id="3" creationId="{E419CBC7-0414-BFD8-E3F8-FF09CEBC4D05}"/>
          </ac:spMkLst>
        </pc:spChg>
      </pc:sldChg>
      <pc:sldChg chg="modSp">
        <pc:chgData name="Matz Duebbert" userId="186eee5d-4fd4-4a44-8711-52ad9b574fc5" providerId="ADAL" clId="{504C6321-DA92-44D6-8E1D-2E3929C4A43A}" dt="2026-08-10T04:22:55.695" v="641" actId="207"/>
        <pc:sldMkLst>
          <pc:docMk/>
          <pc:sldMk cId="134024193" sldId="460"/>
        </pc:sldMkLst>
        <pc:spChg chg="mod">
          <ac:chgData name="Matz Duebbert" userId="186eee5d-4fd4-4a44-8711-52ad9b574fc5" providerId="ADAL" clId="{504C6321-DA92-44D6-8E1D-2E3929C4A43A}" dt="2026-08-10T04:22:55.695" v="641" actId="207"/>
          <ac:spMkLst>
            <pc:docMk/>
            <pc:sldMk cId="134024193" sldId="460"/>
            <ac:spMk id="3" creationId="{6793EA4A-18BF-5EB4-3AB4-B4B8C8E1D834}"/>
          </ac:spMkLst>
        </pc:spChg>
      </pc:sldChg>
      <pc:sldChg chg="addSp delSp modSp mod modAnim">
        <pc:chgData name="Matz Duebbert" userId="186eee5d-4fd4-4a44-8711-52ad9b574fc5" providerId="ADAL" clId="{504C6321-DA92-44D6-8E1D-2E3929C4A43A}" dt="2026-08-11T04:13:29.189" v="1265"/>
        <pc:sldMkLst>
          <pc:docMk/>
          <pc:sldMk cId="1776852350" sldId="461"/>
        </pc:sldMkLst>
        <pc:spChg chg="mod">
          <ac:chgData name="Matz Duebbert" userId="186eee5d-4fd4-4a44-8711-52ad9b574fc5" providerId="ADAL" clId="{504C6321-DA92-44D6-8E1D-2E3929C4A43A}" dt="2026-08-10T03:52:01.489" v="406" actId="1076"/>
          <ac:spMkLst>
            <pc:docMk/>
            <pc:sldMk cId="1776852350" sldId="461"/>
            <ac:spMk id="2" creationId="{2245E0D6-7DBA-16DC-2416-A3E9537FEFDF}"/>
          </ac:spMkLst>
        </pc:spChg>
        <pc:spChg chg="mod">
          <ac:chgData name="Matz Duebbert" userId="186eee5d-4fd4-4a44-8711-52ad9b574fc5" providerId="ADAL" clId="{504C6321-DA92-44D6-8E1D-2E3929C4A43A}" dt="2026-08-10T03:52:10.883" v="408" actId="20577"/>
          <ac:spMkLst>
            <pc:docMk/>
            <pc:sldMk cId="1776852350" sldId="461"/>
            <ac:spMk id="3" creationId="{676528F1-9D59-AB61-A77B-5A0870D9761B}"/>
          </ac:spMkLst>
        </pc:spChg>
        <pc:spChg chg="add mod">
          <ac:chgData name="Matz Duebbert" userId="186eee5d-4fd4-4a44-8711-52ad9b574fc5" providerId="ADAL" clId="{504C6321-DA92-44D6-8E1D-2E3929C4A43A}" dt="2026-08-10T03:52:18.626" v="409" actId="1076"/>
          <ac:spMkLst>
            <pc:docMk/>
            <pc:sldMk cId="1776852350" sldId="461"/>
            <ac:spMk id="6" creationId="{3FBBBC6C-2281-E49B-75E9-86EF4C4DE16E}"/>
          </ac:spMkLst>
        </pc:spChg>
        <pc:spChg chg="add del mod">
          <ac:chgData name="Matz Duebbert" userId="186eee5d-4fd4-4a44-8711-52ad9b574fc5" providerId="ADAL" clId="{504C6321-DA92-44D6-8E1D-2E3929C4A43A}" dt="2026-08-10T03:51:36.828" v="400"/>
          <ac:spMkLst>
            <pc:docMk/>
            <pc:sldMk cId="1776852350" sldId="461"/>
            <ac:spMk id="7" creationId="{31B86CFF-4CED-49DA-FD51-33E3132E4C5D}"/>
          </ac:spMkLst>
        </pc:spChg>
      </pc:sldChg>
      <pc:sldChg chg="modSp mod">
        <pc:chgData name="Matz Duebbert" userId="186eee5d-4fd4-4a44-8711-52ad9b574fc5" providerId="ADAL" clId="{504C6321-DA92-44D6-8E1D-2E3929C4A43A}" dt="2026-08-10T04:10:09.910" v="490" actId="115"/>
        <pc:sldMkLst>
          <pc:docMk/>
          <pc:sldMk cId="4149380312" sldId="463"/>
        </pc:sldMkLst>
        <pc:spChg chg="mod">
          <ac:chgData name="Matz Duebbert" userId="186eee5d-4fd4-4a44-8711-52ad9b574fc5" providerId="ADAL" clId="{504C6321-DA92-44D6-8E1D-2E3929C4A43A}" dt="2026-08-10T03:57:28.612" v="475" actId="20577"/>
          <ac:spMkLst>
            <pc:docMk/>
            <pc:sldMk cId="4149380312" sldId="463"/>
            <ac:spMk id="3" creationId="{0A2EB6AD-8AE5-5F8D-BFA9-FA59BA97B3D8}"/>
          </ac:spMkLst>
        </pc:spChg>
        <pc:spChg chg="mod">
          <ac:chgData name="Matz Duebbert" userId="186eee5d-4fd4-4a44-8711-52ad9b574fc5" providerId="ADAL" clId="{504C6321-DA92-44D6-8E1D-2E3929C4A43A}" dt="2026-08-10T04:10:09.910" v="490" actId="115"/>
          <ac:spMkLst>
            <pc:docMk/>
            <pc:sldMk cId="4149380312" sldId="463"/>
            <ac:spMk id="4" creationId="{EFEFC50D-236D-11F2-BC96-AEAAC4971DA1}"/>
          </ac:spMkLst>
        </pc:spChg>
      </pc:sldChg>
      <pc:sldChg chg="modSp mod">
        <pc:chgData name="Matz Duebbert" userId="186eee5d-4fd4-4a44-8711-52ad9b574fc5" providerId="ADAL" clId="{504C6321-DA92-44D6-8E1D-2E3929C4A43A}" dt="2026-08-10T04:23:56.853" v="656" actId="403"/>
        <pc:sldMkLst>
          <pc:docMk/>
          <pc:sldMk cId="4274082266" sldId="467"/>
        </pc:sldMkLst>
        <pc:spChg chg="mod">
          <ac:chgData name="Matz Duebbert" userId="186eee5d-4fd4-4a44-8711-52ad9b574fc5" providerId="ADAL" clId="{504C6321-DA92-44D6-8E1D-2E3929C4A43A}" dt="2026-08-10T04:23:56.853" v="656" actId="403"/>
          <ac:spMkLst>
            <pc:docMk/>
            <pc:sldMk cId="4274082266" sldId="467"/>
            <ac:spMk id="3" creationId="{4FECB5B3-AB44-A433-B32C-56C8F9844490}"/>
          </ac:spMkLst>
        </pc:spChg>
      </pc:sldChg>
      <pc:sldChg chg="modSp">
        <pc:chgData name="Matz Duebbert" userId="186eee5d-4fd4-4a44-8711-52ad9b574fc5" providerId="ADAL" clId="{504C6321-DA92-44D6-8E1D-2E3929C4A43A}" dt="2026-08-10T04:23:21.977" v="644" actId="115"/>
        <pc:sldMkLst>
          <pc:docMk/>
          <pc:sldMk cId="2450419540" sldId="472"/>
        </pc:sldMkLst>
        <pc:spChg chg="mod">
          <ac:chgData name="Matz Duebbert" userId="186eee5d-4fd4-4a44-8711-52ad9b574fc5" providerId="ADAL" clId="{504C6321-DA92-44D6-8E1D-2E3929C4A43A}" dt="2026-08-10T04:23:21.977" v="644" actId="115"/>
          <ac:spMkLst>
            <pc:docMk/>
            <pc:sldMk cId="2450419540" sldId="472"/>
            <ac:spMk id="11" creationId="{20805D5B-5488-CF73-7E1D-D6B9CDB44F7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7200"/>
          </a:xfrm>
          <a:prstGeom prst="rect">
            <a:avLst/>
          </a:prstGeom>
        </p:spPr>
        <p:txBody>
          <a:bodyPr vert="horz" lIns="72000" tIns="72000" rIns="72000" bIns="72000" rtlCol="0" anchor="t" anchorCtr="0"/>
          <a:lstStyle/>
          <a:p>
            <a:endParaRPr lang="en-AU" sz="1000">
              <a:cs typeface="Arial"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72000" tIns="72000" rIns="72000" bIns="72000" rtlCol="0"/>
          <a:lstStyle>
            <a:lvl1pPr algn="r">
              <a:defRPr sz="1200"/>
            </a:lvl1pPr>
          </a:lstStyle>
          <a:p>
            <a:fld id="{4E50C307-5AD1-4F8C-91A0-1FC7219EFB34}" type="datetimeFigureOut">
              <a:rPr lang="en-AU" sz="1000" smtClean="0">
                <a:cs typeface="Arial" pitchFamily="34" charset="0"/>
              </a:rPr>
              <a:t>10/08/2026</a:t>
            </a:fld>
            <a:endParaRPr lang="en-AU" sz="1000">
              <a:cs typeface="Arial"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72000" tIns="72000" rIns="72000" bIns="72000" rtlCol="0" anchor="b"/>
          <a:lstStyle>
            <a:lvl1pPr algn="l">
              <a:defRPr sz="1200"/>
            </a:lvl1pPr>
          </a:lstStyle>
          <a:p>
            <a:endParaRPr lang="en-AU" sz="1000">
              <a:cs typeface="Arial" pitchFamily="34" charset="0"/>
            </a:endParaRPr>
          </a:p>
        </p:txBody>
      </p:sp>
      <p:sp>
        <p:nvSpPr>
          <p:cNvPr id="5" name="Slide Number Placeholder 4"/>
          <p:cNvSpPr>
            <a:spLocks noGrp="1"/>
          </p:cNvSpPr>
          <p:nvPr>
            <p:ph type="sldNum" sz="quarter" idx="3"/>
          </p:nvPr>
        </p:nvSpPr>
        <p:spPr>
          <a:xfrm>
            <a:off x="5769261" y="8685213"/>
            <a:ext cx="1087153" cy="457200"/>
          </a:xfrm>
          <a:prstGeom prst="rect">
            <a:avLst/>
          </a:prstGeom>
        </p:spPr>
        <p:txBody>
          <a:bodyPr vert="horz" lIns="0" tIns="36000" rIns="91440" bIns="36000" rtlCol="0" anchor="b"/>
          <a:lstStyle>
            <a:lvl1pPr algn="r">
              <a:defRPr sz="1200"/>
            </a:lvl1pPr>
          </a:lstStyle>
          <a:p>
            <a:fld id="{AF84CFB5-B6E9-4915-957C-05CFA717E28F}" type="slidenum">
              <a:rPr lang="en-AU" sz="1000" smtClean="0">
                <a:cs typeface="Arial" pitchFamily="34" charset="0"/>
              </a:rPr>
              <a:t>‹#›</a:t>
            </a:fld>
            <a:endParaRPr lang="en-AU" sz="1000">
              <a:cs typeface="Arial" pitchFamily="34" charset="0"/>
            </a:endParaRPr>
          </a:p>
        </p:txBody>
      </p:sp>
    </p:spTree>
    <p:extLst>
      <p:ext uri="{BB962C8B-B14F-4D97-AF65-F5344CB8AC3E}">
        <p14:creationId xmlns:p14="http://schemas.microsoft.com/office/powerpoint/2010/main" val="26682905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6200" y="76200"/>
            <a:ext cx="5017985" cy="381000"/>
          </a:xfrm>
          <a:prstGeom prst="rect">
            <a:avLst/>
          </a:prstGeom>
        </p:spPr>
        <p:txBody>
          <a:bodyPr vert="horz" lIns="0" tIns="0" rIns="0" bIns="0" rtlCol="0"/>
          <a:lstStyle>
            <a:lvl1pPr algn="l">
              <a:defRPr sz="1200">
                <a:latin typeface="+mn-lt"/>
              </a:defRPr>
            </a:lvl1pPr>
          </a:lstStyle>
          <a:p>
            <a:endParaRPr lang="en-AU"/>
          </a:p>
        </p:txBody>
      </p:sp>
      <p:sp>
        <p:nvSpPr>
          <p:cNvPr id="3" name="Date Placeholder 2"/>
          <p:cNvSpPr>
            <a:spLocks noGrp="1"/>
          </p:cNvSpPr>
          <p:nvPr>
            <p:ph type="dt" idx="1"/>
          </p:nvPr>
        </p:nvSpPr>
        <p:spPr>
          <a:xfrm>
            <a:off x="5398770" y="64770"/>
            <a:ext cx="1417320" cy="381000"/>
          </a:xfrm>
          <a:prstGeom prst="rect">
            <a:avLst/>
          </a:prstGeom>
        </p:spPr>
        <p:txBody>
          <a:bodyPr vert="horz" lIns="0" tIns="0" rIns="0" bIns="0" rtlCol="0"/>
          <a:lstStyle>
            <a:lvl1pPr algn="r">
              <a:defRPr sz="1200">
                <a:latin typeface="+mn-lt"/>
              </a:defRPr>
            </a:lvl1pPr>
          </a:lstStyle>
          <a:p>
            <a:fld id="{9BB1C32A-CF46-409D-8B8D-587A7E3A4DCC}" type="datetimeFigureOut">
              <a:rPr lang="en-AU" smtClean="0"/>
              <a:pPr/>
              <a:t>10/08/2026</a:t>
            </a:fld>
            <a:endParaRPr lang="en-AU"/>
          </a:p>
        </p:txBody>
      </p:sp>
      <p:sp>
        <p:nvSpPr>
          <p:cNvPr id="4" name="Slide Image Placeholder 3"/>
          <p:cNvSpPr>
            <a:spLocks noGrp="1" noRot="1" noChangeAspect="1"/>
          </p:cNvSpPr>
          <p:nvPr>
            <p:ph type="sldImg" idx="2"/>
          </p:nvPr>
        </p:nvSpPr>
        <p:spPr>
          <a:xfrm>
            <a:off x="-246063" y="542925"/>
            <a:ext cx="7342188" cy="4130675"/>
          </a:xfrm>
          <a:prstGeom prst="rect">
            <a:avLst/>
          </a:prstGeom>
          <a:noFill/>
          <a:ln w="3175">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2264" y="4977044"/>
            <a:ext cx="5505891" cy="3481155"/>
          </a:xfrm>
          <a:prstGeom prst="rect">
            <a:avLst/>
          </a:prstGeom>
        </p:spPr>
        <p:txBody>
          <a:bodyPr vert="horz" lIns="0" tIns="0" rIns="0" bIns="0" rtlCol="0">
            <a:normAutofit/>
          </a:bodyPr>
          <a:lstStyle/>
          <a:p>
            <a:pPr lvl="0"/>
            <a:r>
              <a:rPr lang="en-AU" noProof="0"/>
              <a:t>Click to edit Master text styles</a:t>
            </a:r>
          </a:p>
          <a:p>
            <a:pPr marL="0" lvl="1"/>
            <a:r>
              <a:rPr lang="en-AU" noProof="0"/>
              <a:t>Second level</a:t>
            </a:r>
          </a:p>
          <a:p>
            <a:pPr marL="144000" lvl="2" indent="-144000">
              <a:buFont typeface="Arial" pitchFamily="34" charset="0"/>
              <a:buChar char="•"/>
            </a:pPr>
            <a:r>
              <a:rPr lang="en-AU" noProof="0"/>
              <a:t>Third level</a:t>
            </a:r>
          </a:p>
          <a:p>
            <a:pPr marL="288000" lvl="3" indent="-144000">
              <a:buFont typeface="Arial" pitchFamily="34" charset="0"/>
              <a:buChar char="•"/>
            </a:pPr>
            <a:r>
              <a:rPr lang="en-AU" noProof="0"/>
              <a:t>Fourth level</a:t>
            </a:r>
          </a:p>
        </p:txBody>
      </p:sp>
      <p:sp>
        <p:nvSpPr>
          <p:cNvPr id="6" name="Footer Placeholder 5"/>
          <p:cNvSpPr>
            <a:spLocks noGrp="1"/>
          </p:cNvSpPr>
          <p:nvPr>
            <p:ph type="ftr" sz="quarter" idx="4"/>
          </p:nvPr>
        </p:nvSpPr>
        <p:spPr>
          <a:xfrm>
            <a:off x="76200" y="8685213"/>
            <a:ext cx="4800600" cy="360000"/>
          </a:xfrm>
          <a:prstGeom prst="rect">
            <a:avLst/>
          </a:prstGeom>
        </p:spPr>
        <p:txBody>
          <a:bodyPr vert="horz" lIns="91440" tIns="45720" rIns="91440" bIns="45720" rtlCol="0" anchor="b"/>
          <a:lstStyle>
            <a:lvl1pPr algn="l">
              <a:defRPr sz="1200">
                <a:latin typeface="+mn-lt"/>
                <a:cs typeface="Arial" pitchFamily="34" charset="0"/>
              </a:defRPr>
            </a:lvl1pPr>
          </a:lstStyle>
          <a:p>
            <a:endParaRPr lang="en-AU"/>
          </a:p>
        </p:txBody>
      </p:sp>
      <p:sp>
        <p:nvSpPr>
          <p:cNvPr id="7" name="Slide Number Placeholder 6"/>
          <p:cNvSpPr>
            <a:spLocks noGrp="1"/>
          </p:cNvSpPr>
          <p:nvPr>
            <p:ph type="sldNum" sz="quarter" idx="5"/>
          </p:nvPr>
        </p:nvSpPr>
        <p:spPr>
          <a:xfrm>
            <a:off x="5855969" y="8685213"/>
            <a:ext cx="989013" cy="360000"/>
          </a:xfrm>
          <a:prstGeom prst="rect">
            <a:avLst/>
          </a:prstGeom>
        </p:spPr>
        <p:txBody>
          <a:bodyPr vert="horz" lIns="91440" tIns="45720" rIns="91440" bIns="45720" rtlCol="0" anchor="b"/>
          <a:lstStyle>
            <a:lvl1pPr algn="r">
              <a:defRPr sz="1200">
                <a:latin typeface="+mn-lt"/>
              </a:defRPr>
            </a:lvl1pPr>
          </a:lstStyle>
          <a:p>
            <a:fld id="{D5A593CC-2149-4E6C-BC3C-0044C280ECB2}" type="slidenum">
              <a:rPr lang="en-AU" smtClean="0"/>
              <a:pPr/>
              <a:t>‹#›</a:t>
            </a:fld>
            <a:endParaRPr lang="en-AU"/>
          </a:p>
        </p:txBody>
      </p:sp>
    </p:spTree>
    <p:extLst>
      <p:ext uri="{BB962C8B-B14F-4D97-AF65-F5344CB8AC3E}">
        <p14:creationId xmlns:p14="http://schemas.microsoft.com/office/powerpoint/2010/main" val="3772576877"/>
      </p:ext>
    </p:extLst>
  </p:cSld>
  <p:clrMap bg1="lt1" tx1="dk1" bg2="lt2" tx2="dk2" accent1="accent1" accent2="accent2" accent3="accent3" accent4="accent4" accent5="accent5" accent6="accent6" hlink="hlink" folHlink="folHlink"/>
  <p:notesStyle>
    <a:lvl1pPr marL="0" algn="l" defTabSz="1218895" rtl="0" eaLnBrk="1" latinLnBrk="0" hangingPunct="1">
      <a:defRPr lang="en-US" sz="1600" b="1" kern="1200" dirty="0" smtClean="0">
        <a:solidFill>
          <a:schemeClr val="tx1"/>
        </a:solidFill>
        <a:latin typeface="+mn-lt"/>
        <a:ea typeface="+mn-ea"/>
        <a:cs typeface="Arial" pitchFamily="34" charset="0"/>
      </a:defRPr>
    </a:lvl1pPr>
    <a:lvl2pPr marL="609448" algn="l" defTabSz="1218895" rtl="0" eaLnBrk="1" latinLnBrk="0" hangingPunct="1">
      <a:defRPr lang="en-US" sz="1600" kern="1200" dirty="0" smtClean="0">
        <a:solidFill>
          <a:schemeClr val="tx1"/>
        </a:solidFill>
        <a:latin typeface="Arial" pitchFamily="34" charset="0"/>
        <a:ea typeface="+mn-ea"/>
        <a:cs typeface="Arial" pitchFamily="34" charset="0"/>
      </a:defRPr>
    </a:lvl2pPr>
    <a:lvl3pPr marL="1218895" algn="l" defTabSz="1218895" rtl="0" eaLnBrk="1" latinLnBrk="0" hangingPunct="1">
      <a:defRPr lang="en-US" sz="1600" kern="1200" dirty="0" smtClean="0">
        <a:solidFill>
          <a:schemeClr val="tx1"/>
        </a:solidFill>
        <a:latin typeface="Arial" pitchFamily="34" charset="0"/>
        <a:ea typeface="+mn-ea"/>
        <a:cs typeface="Arial" pitchFamily="34" charset="0"/>
      </a:defRPr>
    </a:lvl3pPr>
    <a:lvl4pPr marL="1828343" algn="l" defTabSz="1218895" rtl="0" eaLnBrk="1" latinLnBrk="0" hangingPunct="1">
      <a:defRPr lang="en-US" sz="1600" kern="1200" dirty="0" smtClean="0">
        <a:solidFill>
          <a:schemeClr val="tx1"/>
        </a:solidFill>
        <a:latin typeface="Arial" pitchFamily="34" charset="0"/>
        <a:ea typeface="+mn-ea"/>
        <a:cs typeface="Arial" pitchFamily="34" charset="0"/>
      </a:defRPr>
    </a:lvl4pPr>
    <a:lvl5pPr marL="2437790" algn="l" defTabSz="1218895" rtl="0" eaLnBrk="1" latinLnBrk="0" hangingPunct="1">
      <a:defRPr lang="en-AU" sz="1600" kern="1200" baseline="0" dirty="0">
        <a:solidFill>
          <a:schemeClr val="tx1"/>
        </a:solidFill>
        <a:latin typeface="Arial" pitchFamily="34" charset="0"/>
        <a:ea typeface="+mn-ea"/>
        <a:cs typeface="Arial" pitchFamily="34" charset="0"/>
      </a:defRPr>
    </a:lvl5pPr>
    <a:lvl6pPr marL="3047238" algn="l" defTabSz="1218895" rtl="0" eaLnBrk="1" latinLnBrk="0" hangingPunct="1">
      <a:defRPr sz="1600" kern="1200">
        <a:solidFill>
          <a:schemeClr val="tx1"/>
        </a:solidFill>
        <a:latin typeface="+mn-lt"/>
        <a:ea typeface="+mn-ea"/>
        <a:cs typeface="+mn-cs"/>
      </a:defRPr>
    </a:lvl6pPr>
    <a:lvl7pPr marL="3656686" algn="l" defTabSz="1218895" rtl="0" eaLnBrk="1" latinLnBrk="0" hangingPunct="1">
      <a:defRPr sz="1600" kern="1200">
        <a:solidFill>
          <a:schemeClr val="tx1"/>
        </a:solidFill>
        <a:latin typeface="+mn-lt"/>
        <a:ea typeface="+mn-ea"/>
        <a:cs typeface="+mn-cs"/>
      </a:defRPr>
    </a:lvl7pPr>
    <a:lvl8pPr marL="4266133" algn="l" defTabSz="1218895" rtl="0" eaLnBrk="1" latinLnBrk="0" hangingPunct="1">
      <a:defRPr sz="1600" kern="1200">
        <a:solidFill>
          <a:schemeClr val="tx1"/>
        </a:solidFill>
        <a:latin typeface="+mn-lt"/>
        <a:ea typeface="+mn-ea"/>
        <a:cs typeface="+mn-cs"/>
      </a:defRPr>
    </a:lvl8pPr>
    <a:lvl9pPr marL="4875581" algn="l" defTabSz="121889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96615-BD43-AA66-2FD5-CABA71BA1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6A013-1F3A-33D1-9A7F-646848B632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2F5E87-D9B9-08EE-C609-452833FB4E50}"/>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4685E7A-6F5C-675B-EEC6-8EA2438BACB0}"/>
              </a:ext>
            </a:extLst>
          </p:cNvPr>
          <p:cNvSpPr>
            <a:spLocks noGrp="1"/>
          </p:cNvSpPr>
          <p:nvPr>
            <p:ph type="sldNum" sz="quarter" idx="5"/>
          </p:nvPr>
        </p:nvSpPr>
        <p:spPr/>
        <p:txBody>
          <a:bodyPr/>
          <a:lstStyle/>
          <a:p>
            <a:fld id="{D5A593CC-2149-4E6C-BC3C-0044C280ECB2}" type="slidenum">
              <a:rPr lang="en-AU" smtClean="0"/>
              <a:pPr/>
              <a:t>5</a:t>
            </a:fld>
            <a:endParaRPr lang="en-AU"/>
          </a:p>
        </p:txBody>
      </p:sp>
    </p:spTree>
    <p:extLst>
      <p:ext uri="{BB962C8B-B14F-4D97-AF65-F5344CB8AC3E}">
        <p14:creationId xmlns:p14="http://schemas.microsoft.com/office/powerpoint/2010/main" val="554456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D5A593CC-2149-4E6C-BC3C-0044C280ECB2}" type="slidenum">
              <a:rPr lang="en-AU" smtClean="0"/>
              <a:pPr/>
              <a:t>16</a:t>
            </a:fld>
            <a:endParaRPr lang="en-AU"/>
          </a:p>
        </p:txBody>
      </p:sp>
    </p:spTree>
    <p:extLst>
      <p:ext uri="{BB962C8B-B14F-4D97-AF65-F5344CB8AC3E}">
        <p14:creationId xmlns:p14="http://schemas.microsoft.com/office/powerpoint/2010/main" val="26562176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AFFA8-E9D5-5EE9-1858-39D471E397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113C43-67A8-A87D-08D9-77071B86DA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4BD49-0EE7-7EDB-6EA6-B2715556315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DA71D4D-79B0-E3A9-A059-8BC183651A3D}"/>
              </a:ext>
            </a:extLst>
          </p:cNvPr>
          <p:cNvSpPr>
            <a:spLocks noGrp="1"/>
          </p:cNvSpPr>
          <p:nvPr>
            <p:ph type="sldNum" sz="quarter" idx="5"/>
          </p:nvPr>
        </p:nvSpPr>
        <p:spPr/>
        <p:txBody>
          <a:bodyPr/>
          <a:lstStyle/>
          <a:p>
            <a:fld id="{D5A593CC-2149-4E6C-BC3C-0044C280ECB2}" type="slidenum">
              <a:rPr lang="en-AU" smtClean="0"/>
              <a:pPr/>
              <a:t>17</a:t>
            </a:fld>
            <a:endParaRPr lang="en-AU"/>
          </a:p>
        </p:txBody>
      </p:sp>
    </p:spTree>
    <p:extLst>
      <p:ext uri="{BB962C8B-B14F-4D97-AF65-F5344CB8AC3E}">
        <p14:creationId xmlns:p14="http://schemas.microsoft.com/office/powerpoint/2010/main" val="2086283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683F5-CB31-E213-E07A-1A0B4F6D5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5F32B-564E-CFF1-F3CD-374F59E5A9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23AB78-4462-14D2-3174-C2C1AA2EB6B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CF37FD6A-2D16-896A-97E7-F568FBA86E30}"/>
              </a:ext>
            </a:extLst>
          </p:cNvPr>
          <p:cNvSpPr>
            <a:spLocks noGrp="1"/>
          </p:cNvSpPr>
          <p:nvPr>
            <p:ph type="sldNum" sz="quarter" idx="5"/>
          </p:nvPr>
        </p:nvSpPr>
        <p:spPr/>
        <p:txBody>
          <a:bodyPr/>
          <a:lstStyle/>
          <a:p>
            <a:fld id="{D5A593CC-2149-4E6C-BC3C-0044C280ECB2}" type="slidenum">
              <a:rPr lang="en-AU" smtClean="0"/>
              <a:pPr/>
              <a:t>19</a:t>
            </a:fld>
            <a:endParaRPr lang="en-AU"/>
          </a:p>
        </p:txBody>
      </p:sp>
    </p:spTree>
    <p:extLst>
      <p:ext uri="{BB962C8B-B14F-4D97-AF65-F5344CB8AC3E}">
        <p14:creationId xmlns:p14="http://schemas.microsoft.com/office/powerpoint/2010/main" val="2695535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C0A2E-3DD9-BD45-057D-DDF9D06940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A57775-3C66-0F53-DA8C-34E91A10DC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F6F7EF-4D76-3F8A-75C2-9D73A924F113}"/>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F1479E1-27DD-72FD-113D-9B9FC1604997}"/>
              </a:ext>
            </a:extLst>
          </p:cNvPr>
          <p:cNvSpPr>
            <a:spLocks noGrp="1"/>
          </p:cNvSpPr>
          <p:nvPr>
            <p:ph type="sldNum" sz="quarter" idx="5"/>
          </p:nvPr>
        </p:nvSpPr>
        <p:spPr/>
        <p:txBody>
          <a:bodyPr/>
          <a:lstStyle/>
          <a:p>
            <a:fld id="{D5A593CC-2149-4E6C-BC3C-0044C280ECB2}" type="slidenum">
              <a:rPr lang="en-AU" smtClean="0"/>
              <a:pPr/>
              <a:t>20</a:t>
            </a:fld>
            <a:endParaRPr lang="en-AU"/>
          </a:p>
        </p:txBody>
      </p:sp>
    </p:spTree>
    <p:extLst>
      <p:ext uri="{BB962C8B-B14F-4D97-AF65-F5344CB8AC3E}">
        <p14:creationId xmlns:p14="http://schemas.microsoft.com/office/powerpoint/2010/main" val="1755436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77ADD-462F-4B24-D0BB-10F375604F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8AD49-5F41-C42C-7A24-EE00BDC91A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5AAB97-EE19-5B56-AB14-508FF519ABCC}"/>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603BA03-8095-7762-23B6-D49B2A4A9F3A}"/>
              </a:ext>
            </a:extLst>
          </p:cNvPr>
          <p:cNvSpPr>
            <a:spLocks noGrp="1"/>
          </p:cNvSpPr>
          <p:nvPr>
            <p:ph type="sldNum" sz="quarter" idx="5"/>
          </p:nvPr>
        </p:nvSpPr>
        <p:spPr/>
        <p:txBody>
          <a:bodyPr/>
          <a:lstStyle/>
          <a:p>
            <a:fld id="{D5A593CC-2149-4E6C-BC3C-0044C280ECB2}" type="slidenum">
              <a:rPr lang="en-AU" smtClean="0"/>
              <a:pPr/>
              <a:t>21</a:t>
            </a:fld>
            <a:endParaRPr lang="en-AU"/>
          </a:p>
        </p:txBody>
      </p:sp>
    </p:spTree>
    <p:extLst>
      <p:ext uri="{BB962C8B-B14F-4D97-AF65-F5344CB8AC3E}">
        <p14:creationId xmlns:p14="http://schemas.microsoft.com/office/powerpoint/2010/main" val="12036823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mailto:copyright-office@unimelb.edu.au" TargetMode="External"/><Relationship Id="rId2" Type="http://schemas.openxmlformats.org/officeDocument/2006/relationships/hyperlink" Target="https://academicintegrity.unimelb.edu.au/" TargetMode="Externa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cknowledgement of Country">
    <p:bg>
      <p:bgPr>
        <a:solidFill>
          <a:schemeClr val="bg2"/>
        </a:solidFill>
        <a:effectLst/>
      </p:bgPr>
    </p:bg>
    <p:spTree>
      <p:nvGrpSpPr>
        <p:cNvPr id="1" name=""/>
        <p:cNvGrpSpPr/>
        <p:nvPr/>
      </p:nvGrpSpPr>
      <p:grpSpPr>
        <a:xfrm>
          <a:off x="0" y="0"/>
          <a:ext cx="0" cy="0"/>
          <a:chOff x="0" y="0"/>
          <a:chExt cx="0" cy="0"/>
        </a:xfrm>
      </p:grpSpPr>
      <p:sp>
        <p:nvSpPr>
          <p:cNvPr id="9" name="TextBox 3">
            <a:extLst>
              <a:ext uri="{FF2B5EF4-FFF2-40B4-BE49-F238E27FC236}">
                <a16:creationId xmlns:a16="http://schemas.microsoft.com/office/drawing/2014/main" id="{CBB971FD-D847-BF4C-933A-802E03ED89A8}"/>
              </a:ext>
            </a:extLst>
          </p:cNvPr>
          <p:cNvSpPr txBox="1"/>
          <p:nvPr userDrawn="1"/>
        </p:nvSpPr>
        <p:spPr>
          <a:xfrm>
            <a:off x="875420" y="1988840"/>
            <a:ext cx="10441160" cy="4401077"/>
          </a:xfrm>
          <a:prstGeom prst="rect">
            <a:avLst/>
          </a:prstGeom>
          <a:solidFill>
            <a:schemeClr val="accent1">
              <a:alpha val="0"/>
            </a:schemeClr>
          </a:solidFill>
        </p:spPr>
        <p:txBody>
          <a:bodyPr wrap="square" rtlCol="0">
            <a:spAutoFit/>
          </a:bodyPr>
          <a:lst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a:lstStyle>
          <a:p>
            <a:pPr algn="l" fontAlgn="base"/>
            <a:endParaRPr lang="en-AU" sz="1600" b="0" i="0">
              <a:solidFill>
                <a:schemeClr val="bg1"/>
              </a:solidFill>
              <a:effectLst/>
              <a:latin typeface="wfont_e6da5f_fdabe17d0a4c4532abc746b45ee50175"/>
            </a:endParaRPr>
          </a:p>
          <a:p>
            <a:pPr algn="l" fontAlgn="base"/>
            <a:r>
              <a:rPr lang="en-AU" sz="1600" b="0" i="0">
                <a:solidFill>
                  <a:schemeClr val="bg1"/>
                </a:solidFill>
                <a:effectLst/>
              </a:rPr>
              <a:t>The University of Melbourne acknowledges the Traditional Owners of the unceded land on which we work, learn and live: the Wurundjeri </a:t>
            </a:r>
            <a:r>
              <a:rPr lang="en-AU" sz="1600" b="0" i="0" err="1">
                <a:solidFill>
                  <a:schemeClr val="bg1"/>
                </a:solidFill>
                <a:effectLst/>
              </a:rPr>
              <a:t>Woi</a:t>
            </a:r>
            <a:r>
              <a:rPr lang="en-AU" sz="1600" b="0" i="0">
                <a:solidFill>
                  <a:schemeClr val="bg1"/>
                </a:solidFill>
                <a:effectLst/>
              </a:rPr>
              <a:t>-wurrung and Bunurong peoples (Burnley, </a:t>
            </a:r>
            <a:r>
              <a:rPr lang="en-AU" sz="1600" b="0" i="0" err="1">
                <a:solidFill>
                  <a:schemeClr val="bg1"/>
                </a:solidFill>
                <a:effectLst/>
              </a:rPr>
              <a:t>Fishermans</a:t>
            </a:r>
            <a:r>
              <a:rPr lang="en-AU" sz="1600" b="0" i="0">
                <a:solidFill>
                  <a:schemeClr val="bg1"/>
                </a:solidFill>
                <a:effectLst/>
              </a:rPr>
              <a:t> Bend, Parkville, Southbank and Werribee campuses), the Yorta </a:t>
            </a:r>
            <a:r>
              <a:rPr lang="en-AU" sz="1600" b="0" i="0" err="1">
                <a:solidFill>
                  <a:schemeClr val="bg1"/>
                </a:solidFill>
                <a:effectLst/>
              </a:rPr>
              <a:t>Yorta</a:t>
            </a:r>
            <a:r>
              <a:rPr lang="en-AU" sz="1600" b="0" i="0">
                <a:solidFill>
                  <a:schemeClr val="bg1"/>
                </a:solidFill>
                <a:effectLst/>
              </a:rPr>
              <a:t> Nation (Dookie and Shepparton campuses), and the Dja </a:t>
            </a:r>
            <a:r>
              <a:rPr lang="en-AU" sz="1600" b="0" i="0" err="1">
                <a:solidFill>
                  <a:schemeClr val="bg1"/>
                </a:solidFill>
                <a:effectLst/>
              </a:rPr>
              <a:t>Dja</a:t>
            </a:r>
            <a:r>
              <a:rPr lang="en-AU" sz="1600" b="0" i="0">
                <a:solidFill>
                  <a:schemeClr val="bg1"/>
                </a:solidFill>
                <a:effectLst/>
              </a:rPr>
              <a:t> Wurrung people (Creswick campus).</a:t>
            </a:r>
          </a:p>
          <a:p>
            <a:pPr algn="l" fontAlgn="base"/>
            <a:r>
              <a:rPr lang="en-AU" sz="1600" b="0" i="0">
                <a:solidFill>
                  <a:schemeClr val="bg1"/>
                </a:solidFill>
                <a:effectLst/>
              </a:rPr>
              <a:t> </a:t>
            </a:r>
          </a:p>
          <a:p>
            <a:pPr algn="l" fontAlgn="base"/>
            <a:r>
              <a:rPr lang="en-AU" sz="1600" b="0" i="0">
                <a:solidFill>
                  <a:schemeClr val="bg1"/>
                </a:solidFill>
                <a:effectLst/>
              </a:rPr>
              <a:t>The University also acknowledges and is grateful to the Traditional Owners, Elders and Knowledge Holders of all Indigenous nations and clans who have been instrumental in our reconciliation journey.</a:t>
            </a:r>
          </a:p>
          <a:p>
            <a:pPr algn="l" fontAlgn="base"/>
            <a:r>
              <a:rPr lang="en-AU" sz="1600" b="0" i="0">
                <a:solidFill>
                  <a:schemeClr val="bg1"/>
                </a:solidFill>
                <a:effectLst/>
              </a:rPr>
              <a:t> </a:t>
            </a:r>
          </a:p>
          <a:p>
            <a:pPr algn="l" fontAlgn="base"/>
            <a:r>
              <a:rPr lang="en-AU" sz="1600" b="0" i="0">
                <a:solidFill>
                  <a:schemeClr val="bg1"/>
                </a:solidFill>
                <a:effectLst/>
              </a:rPr>
              <a:t>We recognise the unique place held by Aboriginal and Torres Strait Islander peoples as the original owners and custodians of the lands and waterways across the Australian continent, with histories of continuous connection dating back more than 60,000 years. We also acknowledge their enduring cultural practices of caring for Country.</a:t>
            </a:r>
          </a:p>
          <a:p>
            <a:pPr algn="l" fontAlgn="base"/>
            <a:r>
              <a:rPr lang="en-AU" sz="1600" b="0" i="0">
                <a:solidFill>
                  <a:schemeClr val="bg1"/>
                </a:solidFill>
                <a:effectLst/>
              </a:rPr>
              <a:t> </a:t>
            </a:r>
          </a:p>
          <a:p>
            <a:pPr algn="l" fontAlgn="base"/>
            <a:r>
              <a:rPr lang="en-AU" sz="1600" b="0" i="0">
                <a:solidFill>
                  <a:schemeClr val="bg1"/>
                </a:solidFill>
                <a:effectLst/>
              </a:rPr>
              <a:t>We pay respect to Elders past, present and future, and acknowledge the importance of Indigenous knowledge in the Academy. As a community of researchers, teachers, professional staff and students we are privileged to work and learn every day with Indigenous colleagues and partners.</a:t>
            </a:r>
          </a:p>
          <a:p>
            <a:endParaRPr lang="en-AU"/>
          </a:p>
        </p:txBody>
      </p:sp>
      <p:pic>
        <p:nvPicPr>
          <p:cNvPr id="5" name="Picture 4" descr="A tree in a park&#10;&#10;Description automatically generated">
            <a:extLst>
              <a:ext uri="{FF2B5EF4-FFF2-40B4-BE49-F238E27FC236}">
                <a16:creationId xmlns:a16="http://schemas.microsoft.com/office/drawing/2014/main" id="{22B7B5EB-409D-C364-0E66-735E92752C91}"/>
              </a:ext>
            </a:extLst>
          </p:cNvPr>
          <p:cNvPicPr>
            <a:picLocks noChangeAspect="1"/>
          </p:cNvPicPr>
          <p:nvPr userDrawn="1"/>
        </p:nvPicPr>
        <p:blipFill rotWithShape="1">
          <a:blip r:embed="rId2">
            <a:alphaModFix amt="17000"/>
            <a:extLst>
              <a:ext uri="{28A0092B-C50C-407E-A947-70E740481C1C}">
                <a14:useLocalDpi xmlns:a14="http://schemas.microsoft.com/office/drawing/2010/main"/>
              </a:ext>
            </a:extLst>
          </a:blip>
          <a:srcRect/>
          <a:stretch/>
        </p:blipFill>
        <p:spPr>
          <a:xfrm>
            <a:off x="-3529" y="5829"/>
            <a:ext cx="12199058" cy="6852171"/>
          </a:xfrm>
          <a:prstGeom prst="rect">
            <a:avLst/>
          </a:prstGeom>
        </p:spPr>
      </p:pic>
      <p:pic>
        <p:nvPicPr>
          <p:cNvPr id="6" name="Picture Placeholder 10" descr="Logo&#10;&#10;Description automatically generated">
            <a:extLst>
              <a:ext uri="{FF2B5EF4-FFF2-40B4-BE49-F238E27FC236}">
                <a16:creationId xmlns:a16="http://schemas.microsoft.com/office/drawing/2014/main" id="{72FB4B94-D733-663C-1E58-FF1318E71F5A}"/>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Tree>
    <p:extLst>
      <p:ext uri="{BB962C8B-B14F-4D97-AF65-F5344CB8AC3E}">
        <p14:creationId xmlns:p14="http://schemas.microsoft.com/office/powerpoint/2010/main" val="2239070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pyright notice">
    <p:bg>
      <p:bgPr>
        <a:solidFill>
          <a:schemeClr val="bg2"/>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5BE21A-3472-BF8A-EB42-E260FAD81CC6}"/>
              </a:ext>
            </a:extLst>
          </p:cNvPr>
          <p:cNvSpPr txBox="1"/>
          <p:nvPr userDrawn="1"/>
        </p:nvSpPr>
        <p:spPr>
          <a:xfrm>
            <a:off x="1835696" y="1899350"/>
            <a:ext cx="8520608" cy="3305520"/>
          </a:xfrm>
          <a:prstGeom prst="rect">
            <a:avLst/>
          </a:prstGeom>
          <a:noFill/>
          <a:ln w="15875">
            <a:solidFill>
              <a:schemeClr val="bg1"/>
            </a:solidFill>
          </a:ln>
        </p:spPr>
        <p:txBody>
          <a:bodyPr wrap="square">
            <a:spAutoFit/>
          </a:bodyPr>
          <a:lstStyle/>
          <a:p>
            <a:pPr algn="ctr"/>
            <a:endParaRPr lang="en-GB" sz="1600" b="1">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gn="ctr"/>
            <a:r>
              <a:rPr lang="en-GB" sz="1600" b="1">
                <a:solidFill>
                  <a:schemeClr val="bg1"/>
                </a:solidFill>
                <a:effectLst/>
                <a:latin typeface="Arial" panose="020B0604020202020204" pitchFamily="34" charset="0"/>
                <a:ea typeface="Calibri" panose="020F0502020204030204" pitchFamily="34" charset="0"/>
                <a:cs typeface="Arial" panose="020B0604020202020204" pitchFamily="34" charset="0"/>
              </a:rPr>
              <a:t>WARNING</a:t>
            </a:r>
            <a:endParaRPr lang="en-AU" sz="160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nSpc>
                <a:spcPct val="115000"/>
              </a:lnSpc>
              <a:spcBef>
                <a:spcPts val="600"/>
              </a:spcBef>
              <a:spcAft>
                <a:spcPts val="600"/>
              </a:spcAft>
            </a:pPr>
            <a:r>
              <a:rPr lang="en-GB" sz="1600">
                <a:solidFill>
                  <a:schemeClr val="bg1"/>
                </a:solidFill>
                <a:effectLst/>
                <a:latin typeface="Arial" panose="020B0604020202020204" pitchFamily="34" charset="0"/>
                <a:ea typeface="Calibri" panose="020F0502020204030204" pitchFamily="34" charset="0"/>
                <a:cs typeface="Arial" panose="020B0604020202020204" pitchFamily="34" charset="0"/>
              </a:rPr>
              <a:t>This material has been reproduced and communicated to you by or on behalf of the University of Melbourne in accordance with section 113P of the </a:t>
            </a:r>
            <a:r>
              <a:rPr lang="en-GB" sz="1600" i="1">
                <a:solidFill>
                  <a:schemeClr val="bg1"/>
                </a:solidFill>
                <a:effectLst/>
                <a:latin typeface="Arial" panose="020B0604020202020204" pitchFamily="34" charset="0"/>
                <a:ea typeface="Calibri" panose="020F0502020204030204" pitchFamily="34" charset="0"/>
                <a:cs typeface="Arial" panose="020B0604020202020204" pitchFamily="34" charset="0"/>
              </a:rPr>
              <a:t>Copyright Act 1968</a:t>
            </a:r>
            <a:r>
              <a:rPr lang="en-GB" sz="1600">
                <a:solidFill>
                  <a:schemeClr val="bg1"/>
                </a:solidFill>
                <a:effectLst/>
                <a:latin typeface="Arial" panose="020B0604020202020204" pitchFamily="34" charset="0"/>
                <a:ea typeface="Calibri" panose="020F0502020204030204" pitchFamily="34" charset="0"/>
                <a:cs typeface="Arial" panose="020B0604020202020204" pitchFamily="34" charset="0"/>
              </a:rPr>
              <a:t> (</a:t>
            </a:r>
            <a:r>
              <a:rPr lang="en-GB" sz="1600" b="1">
                <a:solidFill>
                  <a:schemeClr val="bg1"/>
                </a:solidFill>
                <a:effectLst/>
                <a:latin typeface="Arial" panose="020B0604020202020204" pitchFamily="34" charset="0"/>
                <a:ea typeface="Calibri" panose="020F0502020204030204" pitchFamily="34" charset="0"/>
                <a:cs typeface="Arial" panose="020B0604020202020204" pitchFamily="34" charset="0"/>
              </a:rPr>
              <a:t>Act</a:t>
            </a:r>
            <a:r>
              <a:rPr lang="en-GB" sz="1600">
                <a:solidFill>
                  <a:schemeClr val="bg1"/>
                </a:solidFill>
                <a:effectLst/>
                <a:latin typeface="Arial" panose="020B0604020202020204" pitchFamily="34" charset="0"/>
                <a:ea typeface="Calibri" panose="020F0502020204030204" pitchFamily="34" charset="0"/>
                <a:cs typeface="Arial" panose="020B0604020202020204" pitchFamily="34" charset="0"/>
              </a:rPr>
              <a:t>).</a:t>
            </a:r>
            <a:endParaRPr lang="en-AU" sz="160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nSpc>
                <a:spcPct val="115000"/>
              </a:lnSpc>
              <a:spcBef>
                <a:spcPts val="600"/>
              </a:spcBef>
              <a:spcAft>
                <a:spcPts val="600"/>
              </a:spcAft>
            </a:pPr>
            <a:r>
              <a:rPr lang="en-GB" sz="1600">
                <a:solidFill>
                  <a:schemeClr val="bg1"/>
                </a:solidFill>
                <a:effectLst/>
                <a:latin typeface="Arial" panose="020B0604020202020204" pitchFamily="34" charset="0"/>
                <a:ea typeface="Calibri" panose="020F0502020204030204" pitchFamily="34" charset="0"/>
                <a:cs typeface="Arial" panose="020B0604020202020204" pitchFamily="34" charset="0"/>
              </a:rPr>
              <a:t>The material in this communication may be subject to copyright under the Act. </a:t>
            </a:r>
            <a:endParaRPr lang="en-AU" sz="160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nSpc>
                <a:spcPct val="115000"/>
              </a:lnSpc>
              <a:spcBef>
                <a:spcPts val="600"/>
              </a:spcBef>
              <a:spcAft>
                <a:spcPts val="600"/>
              </a:spcAft>
            </a:pPr>
            <a:r>
              <a:rPr lang="en-GB" sz="1600">
                <a:solidFill>
                  <a:schemeClr val="bg1"/>
                </a:solidFill>
                <a:effectLst/>
                <a:latin typeface="Arial" panose="020B0604020202020204" pitchFamily="34" charset="0"/>
                <a:ea typeface="Calibri" panose="020F0502020204030204" pitchFamily="34" charset="0"/>
                <a:cs typeface="Arial" panose="020B0604020202020204" pitchFamily="34" charset="0"/>
              </a:rPr>
              <a:t>Any further reproduction or communication of this material by you may be the subject of copyright protection under the Act.</a:t>
            </a:r>
            <a:endParaRPr lang="en-AU" sz="160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gn="ctr">
              <a:lnSpc>
                <a:spcPct val="115000"/>
              </a:lnSpc>
            </a:pPr>
            <a:r>
              <a:rPr lang="en-GB" sz="1600" b="1">
                <a:solidFill>
                  <a:schemeClr val="bg1"/>
                </a:solidFill>
                <a:effectLst/>
                <a:latin typeface="Arial" panose="020B0604020202020204" pitchFamily="34" charset="0"/>
                <a:ea typeface="Calibri" panose="020F0502020204030204" pitchFamily="34" charset="0"/>
                <a:cs typeface="Arial" panose="020B0604020202020204" pitchFamily="34" charset="0"/>
              </a:rPr>
              <a:t> </a:t>
            </a:r>
            <a:endParaRPr lang="en-AU" sz="160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pPr algn="ctr">
              <a:lnSpc>
                <a:spcPct val="115000"/>
              </a:lnSpc>
            </a:pPr>
            <a:r>
              <a:rPr lang="en-GB" sz="1600" b="1">
                <a:solidFill>
                  <a:schemeClr val="bg1"/>
                </a:solidFill>
                <a:effectLst/>
                <a:latin typeface="Arial" panose="020B0604020202020204" pitchFamily="34" charset="0"/>
                <a:ea typeface="Calibri" panose="020F0502020204030204" pitchFamily="34" charset="0"/>
                <a:cs typeface="Arial" panose="020B0604020202020204" pitchFamily="34" charset="0"/>
              </a:rPr>
              <a:t>Do not remove this notice</a:t>
            </a:r>
            <a:endParaRPr lang="en-AU" sz="1600">
              <a:solidFill>
                <a:schemeClr val="bg1"/>
              </a:solidFill>
              <a:effectLst/>
              <a:latin typeface="Arial" panose="020B0604020202020204" pitchFamily="34" charset="0"/>
              <a:ea typeface="Calibri" panose="020F0502020204030204" pitchFamily="34" charset="0"/>
              <a:cs typeface="Arial" panose="020B0604020202020204" pitchFamily="34" charset="0"/>
            </a:endParaRPr>
          </a:p>
          <a:p>
            <a:r>
              <a:rPr lang="en-AU" sz="1800">
                <a:effectLst/>
                <a:latin typeface="Calibri" panose="020F0502020204030204" pitchFamily="34" charset="0"/>
                <a:ea typeface="Calibri" panose="020F0502020204030204" pitchFamily="34" charset="0"/>
                <a:cs typeface="Times New Roman" panose="02020603050405020304" pitchFamily="18" charset="0"/>
              </a:rPr>
              <a:t> </a:t>
            </a:r>
            <a:endParaRPr lang="en-AU"/>
          </a:p>
        </p:txBody>
      </p:sp>
    </p:spTree>
    <p:extLst>
      <p:ext uri="{BB962C8B-B14F-4D97-AF65-F5344CB8AC3E}">
        <p14:creationId xmlns:p14="http://schemas.microsoft.com/office/powerpoint/2010/main" val="715983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style1">
    <p:bg>
      <p:bgPr>
        <a:solidFill>
          <a:schemeClr val="bg2"/>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1"/>
                </a:solidFill>
              </a:defRPr>
            </a:lvl1pPr>
          </a:lstStyle>
          <a:p>
            <a:r>
              <a:rPr lang="en-AU"/>
              <a:t>[Insert Identifier] | [Insert Report Title]</a:t>
            </a:r>
          </a:p>
        </p:txBody>
      </p:sp>
      <p:sp>
        <p:nvSpPr>
          <p:cNvPr id="11" name="Title 2">
            <a:extLst>
              <a:ext uri="{FF2B5EF4-FFF2-40B4-BE49-F238E27FC236}">
                <a16:creationId xmlns:a16="http://schemas.microsoft.com/office/drawing/2014/main" id="{221BB744-0774-4C42-7136-CFFEA126ED39}"/>
              </a:ext>
            </a:extLst>
          </p:cNvPr>
          <p:cNvSpPr>
            <a:spLocks noGrp="1"/>
          </p:cNvSpPr>
          <p:nvPr>
            <p:ph type="title"/>
          </p:nvPr>
        </p:nvSpPr>
        <p:spPr>
          <a:xfrm>
            <a:off x="345600" y="1916832"/>
            <a:ext cx="9001001" cy="2726013"/>
          </a:xfrm>
        </p:spPr>
        <p:txBody>
          <a:bodyPr anchor="ctr" anchorCtr="0"/>
          <a:lstStyle>
            <a:lvl1pPr algn="l">
              <a:lnSpc>
                <a:spcPct val="100000"/>
              </a:lnSpc>
              <a:defRPr sz="4400">
                <a:solidFill>
                  <a:schemeClr val="bg1"/>
                </a:solidFill>
              </a:defRPr>
            </a:lvl1pPr>
          </a:lstStyle>
          <a:p>
            <a:r>
              <a:rPr lang="en-GB"/>
              <a:t>Click to edit Master title style</a:t>
            </a:r>
            <a:endParaRPr lang="en-AU"/>
          </a:p>
        </p:txBody>
      </p:sp>
      <p:pic>
        <p:nvPicPr>
          <p:cNvPr id="12" name="Picture Placeholder 10" descr="Logo&#10;&#10;Description automatically generated">
            <a:extLst>
              <a:ext uri="{FF2B5EF4-FFF2-40B4-BE49-F238E27FC236}">
                <a16:creationId xmlns:a16="http://schemas.microsoft.com/office/drawing/2014/main" id="{B9E60202-450E-CF2C-601B-7D1A7C9B3DF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Tree>
    <p:extLst>
      <p:ext uri="{BB962C8B-B14F-4D97-AF65-F5344CB8AC3E}">
        <p14:creationId xmlns:p14="http://schemas.microsoft.com/office/powerpoint/2010/main" val="1914734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_with image_style1">
    <p:bg>
      <p:bgPr>
        <a:solidFill>
          <a:schemeClr val="bg2"/>
        </a:solidFill>
        <a:effectLst/>
      </p:bgPr>
    </p:bg>
    <p:spTree>
      <p:nvGrpSpPr>
        <p:cNvPr id="1" name=""/>
        <p:cNvGrpSpPr/>
        <p:nvPr/>
      </p:nvGrpSpPr>
      <p:grpSpPr>
        <a:xfrm>
          <a:off x="0" y="0"/>
          <a:ext cx="0" cy="0"/>
          <a:chOff x="0" y="0"/>
          <a:chExt cx="0" cy="0"/>
        </a:xfrm>
      </p:grpSpPr>
      <p:sp>
        <p:nvSpPr>
          <p:cNvPr id="10" name="Text Placeholder 10">
            <a:extLst>
              <a:ext uri="{FF2B5EF4-FFF2-40B4-BE49-F238E27FC236}">
                <a16:creationId xmlns:a16="http://schemas.microsoft.com/office/drawing/2014/main" id="{E3D3FA08-3353-A72F-AD1D-5DBF1C9647FE}"/>
              </a:ext>
            </a:extLst>
          </p:cNvPr>
          <p:cNvSpPr>
            <a:spLocks noGrp="1"/>
          </p:cNvSpPr>
          <p:nvPr>
            <p:ph type="body" sz="quarter" idx="18"/>
          </p:nvPr>
        </p:nvSpPr>
        <p:spPr>
          <a:xfrm>
            <a:off x="8966079" y="6437192"/>
            <a:ext cx="2880320"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400">
                <a:solidFill>
                  <a:schemeClr val="bg1"/>
                </a:solidFill>
              </a:defRPr>
            </a:lvl3pPr>
            <a:lvl4pPr marL="0" indent="0" algn="r">
              <a:lnSpc>
                <a:spcPct val="100000"/>
              </a:lnSpc>
              <a:spcAft>
                <a:spcPts val="0"/>
              </a:spcAft>
              <a:buFontTx/>
              <a:buNone/>
              <a:defRPr sz="1400">
                <a:solidFill>
                  <a:schemeClr val="bg1"/>
                </a:solidFill>
              </a:defRPr>
            </a:lvl4pPr>
            <a:lvl5pPr marL="0" indent="0" algn="r">
              <a:lnSpc>
                <a:spcPct val="100000"/>
              </a:lnSpc>
              <a:spcAft>
                <a:spcPts val="0"/>
              </a:spcAft>
              <a:buFontTx/>
              <a:buNone/>
              <a:defRPr sz="1400">
                <a:solidFill>
                  <a:schemeClr val="bg1"/>
                </a:solidFill>
              </a:defRPr>
            </a:lvl5pPr>
            <a:lvl6pPr marL="0" indent="0" algn="r">
              <a:lnSpc>
                <a:spcPct val="100000"/>
              </a:lnSpc>
              <a:spcAft>
                <a:spcPts val="0"/>
              </a:spcAft>
              <a:buFontTx/>
              <a:buNone/>
              <a:defRPr sz="1400">
                <a:solidFill>
                  <a:schemeClr val="bg1"/>
                </a:solidFill>
              </a:defRPr>
            </a:lvl6pPr>
            <a:lvl7pPr marL="0" indent="0" algn="r">
              <a:lnSpc>
                <a:spcPct val="100000"/>
              </a:lnSpc>
              <a:spcAft>
                <a:spcPts val="0"/>
              </a:spcAft>
              <a:buFontTx/>
              <a:buNone/>
              <a:defRPr sz="1400">
                <a:solidFill>
                  <a:schemeClr val="bg1"/>
                </a:solidFill>
              </a:defRPr>
            </a:lvl7pPr>
            <a:lvl8pPr marL="0" indent="0" algn="r">
              <a:lnSpc>
                <a:spcPct val="100000"/>
              </a:lnSpc>
              <a:spcAft>
                <a:spcPts val="0"/>
              </a:spcAft>
              <a:buFontTx/>
              <a:buNone/>
              <a:defRPr sz="1400">
                <a:solidFill>
                  <a:schemeClr val="bg1"/>
                </a:solidFill>
              </a:defRPr>
            </a:lvl8pPr>
            <a:lvl9pPr marL="0" indent="0" algn="r">
              <a:lnSpc>
                <a:spcPct val="100000"/>
              </a:lnSpc>
              <a:spcAft>
                <a:spcPts val="0"/>
              </a:spcAft>
              <a:buFontTx/>
              <a:buNone/>
              <a:defRPr sz="1400">
                <a:solidFill>
                  <a:schemeClr val="bg1"/>
                </a:solidFill>
              </a:defRPr>
            </a:lvl9pPr>
          </a:lstStyle>
          <a:p>
            <a:pPr lvl="0"/>
            <a:r>
              <a:rPr lang="en-GB"/>
              <a:t>Click to edit Master text styles</a:t>
            </a:r>
          </a:p>
          <a:p>
            <a:pPr lvl="1"/>
            <a:r>
              <a:rPr lang="en-GB"/>
              <a:t>Second level</a:t>
            </a:r>
          </a:p>
        </p:txBody>
      </p:sp>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1"/>
                </a:solidFill>
              </a:defRPr>
            </a:lvl1pPr>
          </a:lstStyle>
          <a:p>
            <a:r>
              <a:rPr lang="en-AU"/>
              <a:t>[Insert Identifier] | [Insert Report Title]</a:t>
            </a:r>
          </a:p>
        </p:txBody>
      </p:sp>
      <p:pic>
        <p:nvPicPr>
          <p:cNvPr id="6" name="Picture 5" descr="A building with a clock tower&#10;&#10;Description automatically generated">
            <a:extLst>
              <a:ext uri="{FF2B5EF4-FFF2-40B4-BE49-F238E27FC236}">
                <a16:creationId xmlns:a16="http://schemas.microsoft.com/office/drawing/2014/main" id="{539DE1A1-49DF-E58A-6C88-61C3401E0A41}"/>
              </a:ext>
            </a:extLst>
          </p:cNvPr>
          <p:cNvPicPr>
            <a:picLocks noChangeAspect="1"/>
          </p:cNvPicPr>
          <p:nvPr userDrawn="1"/>
        </p:nvPicPr>
        <p:blipFill rotWithShape="1">
          <a:blip r:embed="rId2" cstate="email">
            <a:alphaModFix amt="15000"/>
            <a:extLst>
              <a:ext uri="{28A0092B-C50C-407E-A947-70E740481C1C}">
                <a14:useLocalDpi xmlns:a14="http://schemas.microsoft.com/office/drawing/2010/main"/>
              </a:ext>
            </a:extLst>
          </a:blip>
          <a:srcRect/>
          <a:stretch/>
        </p:blipFill>
        <p:spPr>
          <a:xfrm>
            <a:off x="322875" y="342000"/>
            <a:ext cx="11534887" cy="5791668"/>
          </a:xfrm>
          <a:prstGeom prst="rect">
            <a:avLst/>
          </a:prstGeom>
        </p:spPr>
      </p:pic>
      <p:sp>
        <p:nvSpPr>
          <p:cNvPr id="11" name="Title 2">
            <a:extLst>
              <a:ext uri="{FF2B5EF4-FFF2-40B4-BE49-F238E27FC236}">
                <a16:creationId xmlns:a16="http://schemas.microsoft.com/office/drawing/2014/main" id="{221BB744-0774-4C42-7136-CFFEA126ED39}"/>
              </a:ext>
            </a:extLst>
          </p:cNvPr>
          <p:cNvSpPr>
            <a:spLocks noGrp="1"/>
          </p:cNvSpPr>
          <p:nvPr>
            <p:ph type="title"/>
          </p:nvPr>
        </p:nvSpPr>
        <p:spPr>
          <a:xfrm>
            <a:off x="345600" y="1916832"/>
            <a:ext cx="9001001" cy="2726013"/>
          </a:xfrm>
        </p:spPr>
        <p:txBody>
          <a:bodyPr anchor="ctr" anchorCtr="0"/>
          <a:lstStyle>
            <a:lvl1pPr algn="l">
              <a:lnSpc>
                <a:spcPct val="100000"/>
              </a:lnSpc>
              <a:defRPr sz="4400">
                <a:solidFill>
                  <a:schemeClr val="bg1"/>
                </a:solidFill>
              </a:defRPr>
            </a:lvl1pPr>
          </a:lstStyle>
          <a:p>
            <a:r>
              <a:rPr lang="en-GB"/>
              <a:t>Click to edit Master title style</a:t>
            </a:r>
            <a:endParaRPr lang="en-AU"/>
          </a:p>
        </p:txBody>
      </p:sp>
      <p:pic>
        <p:nvPicPr>
          <p:cNvPr id="5" name="Picture Placeholder 10" descr="Logo&#10;&#10;Description automatically generated">
            <a:extLst>
              <a:ext uri="{FF2B5EF4-FFF2-40B4-BE49-F238E27FC236}">
                <a16:creationId xmlns:a16="http://schemas.microsoft.com/office/drawing/2014/main" id="{30E4AA47-6A18-5856-8B55-31A2F24D6B0F}"/>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Tree>
    <p:extLst>
      <p:ext uri="{BB962C8B-B14F-4D97-AF65-F5344CB8AC3E}">
        <p14:creationId xmlns:p14="http://schemas.microsoft.com/office/powerpoint/2010/main" val="557912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slide_style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2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4" name="Picture Placeholder 10" descr="Logo&#10;&#10;Description automatically generated">
            <a:extLst>
              <a:ext uri="{FF2B5EF4-FFF2-40B4-BE49-F238E27FC236}">
                <a16:creationId xmlns:a16="http://schemas.microsoft.com/office/drawing/2014/main" id="{F44244A3-AF35-00C5-3FA8-D6B57DDB2ED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GB"/>
              <a:t>Click to edit Master title style</a:t>
            </a:r>
            <a:endParaRPr lang="en-AU"/>
          </a:p>
        </p:txBody>
      </p:sp>
    </p:spTree>
    <p:extLst>
      <p:ext uri="{BB962C8B-B14F-4D97-AF65-F5344CB8AC3E}">
        <p14:creationId xmlns:p14="http://schemas.microsoft.com/office/powerpoint/2010/main" val="2727138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1">
    <p:spTree>
      <p:nvGrpSpPr>
        <p:cNvPr id="1" name=""/>
        <p:cNvGrpSpPr/>
        <p:nvPr/>
      </p:nvGrpSpPr>
      <p:grpSpPr>
        <a:xfrm>
          <a:off x="0" y="0"/>
          <a:ext cx="0" cy="0"/>
          <a:chOff x="0" y="0"/>
          <a:chExt cx="0" cy="0"/>
        </a:xfrm>
      </p:grpSpPr>
      <p:pic>
        <p:nvPicPr>
          <p:cNvPr id="4" name="Picture 3" descr="A train on the street&#10;&#10;Description automatically generated">
            <a:extLst>
              <a:ext uri="{FF2B5EF4-FFF2-40B4-BE49-F238E27FC236}">
                <a16:creationId xmlns:a16="http://schemas.microsoft.com/office/drawing/2014/main" id="{C21B4368-12D9-57AE-3A1D-DAE6674AE8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8000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3721524032"/>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1">
    <p:spTree>
      <p:nvGrpSpPr>
        <p:cNvPr id="1" name=""/>
        <p:cNvGrpSpPr/>
        <p:nvPr/>
      </p:nvGrpSpPr>
      <p:grpSpPr>
        <a:xfrm>
          <a:off x="0" y="0"/>
          <a:ext cx="0" cy="0"/>
          <a:chOff x="0" y="0"/>
          <a:chExt cx="0" cy="0"/>
        </a:xfrm>
      </p:grpSpPr>
      <p:pic>
        <p:nvPicPr>
          <p:cNvPr id="3" name="Picture 2" descr="A close-up of a building&#10;&#10;Description automatically generated">
            <a:extLst>
              <a:ext uri="{FF2B5EF4-FFF2-40B4-BE49-F238E27FC236}">
                <a16:creationId xmlns:a16="http://schemas.microsoft.com/office/drawing/2014/main" id="{B81EDBD4-C9CF-59CC-461E-DB98C187D3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6907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5" name="Rectangle 4">
            <a:extLst>
              <a:ext uri="{FF2B5EF4-FFF2-40B4-BE49-F238E27FC236}">
                <a16:creationId xmlns:a16="http://schemas.microsoft.com/office/drawing/2014/main" id="{4EF8F4E9-FAE8-C7F7-EED9-30CA77676534}"/>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pic>
        <p:nvPicPr>
          <p:cNvPr id="7" name="Picture Placeholder 10" descr="Logo&#10;&#10;Description automatically generated">
            <a:extLst>
              <a:ext uri="{FF2B5EF4-FFF2-40B4-BE49-F238E27FC236}">
                <a16:creationId xmlns:a16="http://schemas.microsoft.com/office/drawing/2014/main" id="{21F14F64-41A3-A64C-2463-CAC1DD1F163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9" name="Text Placeholder 11">
            <a:extLst>
              <a:ext uri="{FF2B5EF4-FFF2-40B4-BE49-F238E27FC236}">
                <a16:creationId xmlns:a16="http://schemas.microsoft.com/office/drawing/2014/main" id="{CB4A80DB-38E0-359B-9518-DCF2692A96B0}"/>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Tree>
    <p:extLst>
      <p:ext uri="{BB962C8B-B14F-4D97-AF65-F5344CB8AC3E}">
        <p14:creationId xmlns:p14="http://schemas.microsoft.com/office/powerpoint/2010/main" val="2880520558"/>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1">
    <p:spTree>
      <p:nvGrpSpPr>
        <p:cNvPr id="1" name=""/>
        <p:cNvGrpSpPr/>
        <p:nvPr/>
      </p:nvGrpSpPr>
      <p:grpSpPr>
        <a:xfrm>
          <a:off x="0" y="0"/>
          <a:ext cx="0" cy="0"/>
          <a:chOff x="0" y="0"/>
          <a:chExt cx="0" cy="0"/>
        </a:xfrm>
      </p:grpSpPr>
      <p:pic>
        <p:nvPicPr>
          <p:cNvPr id="3" name="Picture 2" descr="A group of people walking outside of a building&#10;&#10;Description automatically generated">
            <a:extLst>
              <a:ext uri="{FF2B5EF4-FFF2-40B4-BE49-F238E27FC236}">
                <a16:creationId xmlns:a16="http://schemas.microsoft.com/office/drawing/2014/main" id="{FED4D6B5-F526-F625-9177-15B300C8FC0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63922"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5" name="Rectangle 4">
            <a:extLst>
              <a:ext uri="{FF2B5EF4-FFF2-40B4-BE49-F238E27FC236}">
                <a16:creationId xmlns:a16="http://schemas.microsoft.com/office/drawing/2014/main" id="{315C606B-DBD6-6B98-FCEE-3981CBD7676E}"/>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pic>
        <p:nvPicPr>
          <p:cNvPr id="7" name="Picture Placeholder 10" descr="Logo&#10;&#10;Description automatically generated">
            <a:extLst>
              <a:ext uri="{FF2B5EF4-FFF2-40B4-BE49-F238E27FC236}">
                <a16:creationId xmlns:a16="http://schemas.microsoft.com/office/drawing/2014/main" id="{934572BE-6DBB-223D-542C-91D71528A179}"/>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9" name="Text Placeholder 11">
            <a:extLst>
              <a:ext uri="{FF2B5EF4-FFF2-40B4-BE49-F238E27FC236}">
                <a16:creationId xmlns:a16="http://schemas.microsoft.com/office/drawing/2014/main" id="{D22CA810-7F8C-3D8D-59E6-41512FFA280C}"/>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Tree>
    <p:extLst>
      <p:ext uri="{BB962C8B-B14F-4D97-AF65-F5344CB8AC3E}">
        <p14:creationId xmlns:p14="http://schemas.microsoft.com/office/powerpoint/2010/main" val="2063822104"/>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_with image4_style1">
    <p:spTree>
      <p:nvGrpSpPr>
        <p:cNvPr id="1" name=""/>
        <p:cNvGrpSpPr/>
        <p:nvPr/>
      </p:nvGrpSpPr>
      <p:grpSpPr>
        <a:xfrm>
          <a:off x="0" y="0"/>
          <a:ext cx="0" cy="0"/>
          <a:chOff x="0" y="0"/>
          <a:chExt cx="0" cy="0"/>
        </a:xfrm>
      </p:grpSpPr>
      <p:pic>
        <p:nvPicPr>
          <p:cNvPr id="3" name="Picture 2" descr="A building with many windows&#10;&#10;Description automatically generated">
            <a:extLst>
              <a:ext uri="{FF2B5EF4-FFF2-40B4-BE49-F238E27FC236}">
                <a16:creationId xmlns:a16="http://schemas.microsoft.com/office/drawing/2014/main" id="{4ACB552C-63F8-E9C0-06FA-7DB1F7430E3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1999"/>
            <a:ext cx="917508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20000"/>
          </a:xfrm>
        </p:spPr>
        <p:txBody>
          <a:bodyPr anchor="ctr" anchorCtr="0"/>
          <a:lstStyle>
            <a:lvl1pPr algn="ctr">
              <a:defRPr>
                <a:solidFill>
                  <a:srgbClr val="C00000"/>
                </a:solidFill>
              </a:defRPr>
            </a:lvl1pPr>
          </a:lstStyle>
          <a:p>
            <a:r>
              <a:rPr lang="en-AU"/>
              <a:t>Click here to insert Image</a:t>
            </a:r>
          </a:p>
        </p:txBody>
      </p:sp>
      <p:sp>
        <p:nvSpPr>
          <p:cNvPr id="5" name="Rectangle 4">
            <a:extLst>
              <a:ext uri="{FF2B5EF4-FFF2-40B4-BE49-F238E27FC236}">
                <a16:creationId xmlns:a16="http://schemas.microsoft.com/office/drawing/2014/main" id="{B961782D-5772-54A1-DB84-FE91617DDF62}"/>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7" name="Picture Placeholder 10" descr="Logo&#10;&#10;Description automatically generated">
            <a:extLst>
              <a:ext uri="{FF2B5EF4-FFF2-40B4-BE49-F238E27FC236}">
                <a16:creationId xmlns:a16="http://schemas.microsoft.com/office/drawing/2014/main" id="{337175A6-6452-322F-7BD0-EAA975A86561}"/>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9" name="Text Placeholder 11">
            <a:extLst>
              <a:ext uri="{FF2B5EF4-FFF2-40B4-BE49-F238E27FC236}">
                <a16:creationId xmlns:a16="http://schemas.microsoft.com/office/drawing/2014/main" id="{19FE526D-CA42-9B67-5F7E-8E810C8A8C49}"/>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3363213618"/>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_with image5_style1">
    <p:spTree>
      <p:nvGrpSpPr>
        <p:cNvPr id="1" name=""/>
        <p:cNvGrpSpPr/>
        <p:nvPr/>
      </p:nvGrpSpPr>
      <p:grpSpPr>
        <a:xfrm>
          <a:off x="0" y="0"/>
          <a:ext cx="0" cy="0"/>
          <a:chOff x="0" y="0"/>
          <a:chExt cx="0" cy="0"/>
        </a:xfrm>
      </p:grpSpPr>
      <p:pic>
        <p:nvPicPr>
          <p:cNvPr id="3" name="Picture 2" descr="A large auditorium with blue lights&#10;&#10;Description automatically generated">
            <a:extLst>
              <a:ext uri="{FF2B5EF4-FFF2-40B4-BE49-F238E27FC236}">
                <a16:creationId xmlns:a16="http://schemas.microsoft.com/office/drawing/2014/main" id="{E4A9FC45-DD09-38AB-3B34-9EF99267BF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8516916"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4" name="Rectangle 3">
            <a:extLst>
              <a:ext uri="{FF2B5EF4-FFF2-40B4-BE49-F238E27FC236}">
                <a16:creationId xmlns:a16="http://schemas.microsoft.com/office/drawing/2014/main" id="{D3569B04-81DF-2285-6290-6A1B9AE81DFD}"/>
              </a:ext>
            </a:extLst>
          </p:cNvPr>
          <p:cNvSpPr/>
          <p:nvPr userDrawn="1"/>
        </p:nvSpPr>
        <p:spPr>
          <a:xfrm>
            <a:off x="8189904" y="342000"/>
            <a:ext cx="3666846" cy="61185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pic>
        <p:nvPicPr>
          <p:cNvPr id="10" name="Picture Placeholder 10" descr="Logo&#10;&#10;Description automatically generated">
            <a:extLst>
              <a:ext uri="{FF2B5EF4-FFF2-40B4-BE49-F238E27FC236}">
                <a16:creationId xmlns:a16="http://schemas.microsoft.com/office/drawing/2014/main" id="{560B8F70-2D74-855E-E3DD-E1442F6A7DAB}"/>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14" name="Text Placeholder 11">
            <a:extLst>
              <a:ext uri="{FF2B5EF4-FFF2-40B4-BE49-F238E27FC236}">
                <a16:creationId xmlns:a16="http://schemas.microsoft.com/office/drawing/2014/main" id="{2C42A733-BC01-7351-0C78-CD744DE94C58}"/>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Tree>
    <p:extLst>
      <p:ext uri="{BB962C8B-B14F-4D97-AF65-F5344CB8AC3E}">
        <p14:creationId xmlns:p14="http://schemas.microsoft.com/office/powerpoint/2010/main" val="321238552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_Dark Mode">
    <p:bg>
      <p:bgPr>
        <a:solidFill>
          <a:schemeClr val="bg2"/>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1"/>
                </a:solidFill>
              </a:defRPr>
            </a:lvl1pPr>
          </a:lstStyle>
          <a:p>
            <a:r>
              <a:rPr lang="en-AU"/>
              <a:t>[Insert Identifier] | [Insert Report Title]</a:t>
            </a:r>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11500798" cy="4273200"/>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p:txBody>
          <a:bodyPr/>
          <a:lstStyle>
            <a:lvl1pPr>
              <a:defRPr>
                <a:solidFill>
                  <a:schemeClr val="bg1"/>
                </a:solidFill>
              </a:defRPr>
            </a:lvl1pPr>
          </a:lstStyle>
          <a:p>
            <a:r>
              <a:rPr lang="en-AU"/>
              <a:t>Page [</a:t>
            </a:r>
            <a:fld id="{29D5CE74-914C-4689-99FC-1AEF49CE2B47}" type="slidenum">
              <a:rPr smtClean="0"/>
              <a:pPr/>
              <a:t>‹#›</a:t>
            </a:fld>
            <a:r>
              <a:t>]</a:t>
            </a:r>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AU"/>
          </a:p>
        </p:txBody>
      </p:sp>
    </p:spTree>
    <p:extLst>
      <p:ext uri="{BB962C8B-B14F-4D97-AF65-F5344CB8AC3E}">
        <p14:creationId xmlns:p14="http://schemas.microsoft.com/office/powerpoint/2010/main" val="1392457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ideo and Present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a:xfrm>
            <a:off x="345600" y="6437192"/>
            <a:ext cx="4114800" cy="216000"/>
          </a:xfrm>
        </p:spPr>
        <p:txBody>
          <a:bodyPr/>
          <a:lstStyle>
            <a:lvl1pPr>
              <a:defRPr>
                <a:solidFill>
                  <a:schemeClr val="bg2"/>
                </a:solidFill>
              </a:defRPr>
            </a:lvl1pPr>
          </a:lstStyle>
          <a:p>
            <a:r>
              <a:rPr lang="en-AU"/>
              <a:t>[Insert Identifier] | [Insert Report Title]</a:t>
            </a:r>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673806"/>
            <a:ext cx="7405200" cy="4467600"/>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lvl1pPr>
              <a:defRPr>
                <a:solidFill>
                  <a:schemeClr val="bg2"/>
                </a:solidFill>
              </a:defRPr>
            </a:lvl1pPr>
          </a:lstStyle>
          <a:p>
            <a:r>
              <a:rPr lang="en-GB"/>
              <a:t>Click to edit Master title style</a:t>
            </a:r>
            <a:endParaRPr lang="en-AU"/>
          </a:p>
        </p:txBody>
      </p:sp>
      <p:sp>
        <p:nvSpPr>
          <p:cNvPr id="4" name="Picture Placeholder 7">
            <a:extLst>
              <a:ext uri="{FF2B5EF4-FFF2-40B4-BE49-F238E27FC236}">
                <a16:creationId xmlns:a16="http://schemas.microsoft.com/office/drawing/2014/main" id="{7C6DB685-726F-A1FB-C9B0-00C92EC7F117}"/>
              </a:ext>
            </a:extLst>
          </p:cNvPr>
          <p:cNvSpPr>
            <a:spLocks noGrp="1"/>
          </p:cNvSpPr>
          <p:nvPr>
            <p:ph type="pic" sz="quarter" idx="16" hasCustomPrompt="1"/>
          </p:nvPr>
        </p:nvSpPr>
        <p:spPr>
          <a:xfrm>
            <a:off x="8040217" y="1673806"/>
            <a:ext cx="3806182" cy="4467794"/>
          </a:xfrm>
          <a:blipFill>
            <a:blip r:embed="rId2" cstate="print">
              <a:extLst>
                <a:ext uri="{28A0092B-C50C-407E-A947-70E740481C1C}">
                  <a14:useLocalDpi xmlns:a14="http://schemas.microsoft.com/office/drawing/2010/main" val="0"/>
                </a:ext>
              </a:extLst>
            </a:blip>
            <a:stretch>
              <a:fillRect l="-12818" t="-6998" r="-14598" b="-250"/>
            </a:stretch>
          </a:blipFill>
        </p:spPr>
        <p:txBody>
          <a:bodyPr anchor="ctr" anchorCtr="0"/>
          <a:lstStyle>
            <a:lvl1pPr algn="ctr">
              <a:defRPr/>
            </a:lvl1pPr>
          </a:lstStyle>
          <a:p>
            <a:r>
              <a:rPr lang="en-AU"/>
              <a:t>Click icon to add Image of presenter</a:t>
            </a:r>
          </a:p>
        </p:txBody>
      </p:sp>
      <p:sp>
        <p:nvSpPr>
          <p:cNvPr id="5" name="TextBox 4">
            <a:extLst>
              <a:ext uri="{FF2B5EF4-FFF2-40B4-BE49-F238E27FC236}">
                <a16:creationId xmlns:a16="http://schemas.microsoft.com/office/drawing/2014/main" id="{8D5EAD7E-7B06-ABC7-F34C-50EDEAFC6D52}"/>
              </a:ext>
            </a:extLst>
          </p:cNvPr>
          <p:cNvSpPr txBox="1"/>
          <p:nvPr userDrawn="1"/>
        </p:nvSpPr>
        <p:spPr>
          <a:xfrm>
            <a:off x="4700845" y="6499304"/>
            <a:ext cx="7145554" cy="153888"/>
          </a:xfrm>
          <a:prstGeom prst="rect">
            <a:avLst/>
          </a:prstGeom>
          <a:noFill/>
        </p:spPr>
        <p:txBody>
          <a:bodyPr wrap="square" lIns="0" tIns="0" rIns="0" bIns="0" rtlCol="0">
            <a:spAutoFit/>
          </a:bodyPr>
          <a:lstStyle/>
          <a:p>
            <a:pPr algn="r">
              <a:lnSpc>
                <a:spcPts val="1200"/>
              </a:lnSpc>
            </a:pPr>
            <a:r>
              <a:rPr lang="en-AU" sz="1000"/>
              <a:t>(c) The University of Melbourne &lt;insert year&gt; This content is protected and may not be shared, uploaded, or distributed.</a:t>
            </a:r>
          </a:p>
        </p:txBody>
      </p:sp>
    </p:spTree>
    <p:extLst>
      <p:ext uri="{BB962C8B-B14F-4D97-AF65-F5344CB8AC3E}">
        <p14:creationId xmlns:p14="http://schemas.microsoft.com/office/powerpoint/2010/main" val="3915543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lvl1pPr>
              <a:defRPr>
                <a:solidFill>
                  <a:schemeClr val="bg2"/>
                </a:solidFill>
              </a:defRPr>
            </a:lvl1pPr>
          </a:lstStyle>
          <a:p>
            <a:r>
              <a:rPr lang="en-AU"/>
              <a:t>[Insert Identifier] | [Insert Report Title]</a:t>
            </a:r>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11500798" cy="4273200"/>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p:txBody>
          <a:bodyPr/>
          <a:lstStyle>
            <a:lvl1pPr>
              <a:defRPr>
                <a:solidFill>
                  <a:schemeClr val="bg2"/>
                </a:solidFill>
              </a:defRPr>
            </a:lvl1pPr>
          </a:lstStyle>
          <a:p>
            <a:r>
              <a:rPr lang="en-AU"/>
              <a:t>Page [</a:t>
            </a:r>
            <a:fld id="{29D5CE74-914C-4689-99FC-1AEF49CE2B47}" type="slidenum">
              <a:rPr smtClean="0"/>
              <a:pPr/>
              <a:t>‹#›</a:t>
            </a:fld>
            <a:r>
              <a:t>]</a:t>
            </a:r>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lvl1pPr>
              <a:defRPr>
                <a:solidFill>
                  <a:schemeClr val="bg2"/>
                </a:solidFill>
              </a:defRPr>
            </a:lvl1pPr>
          </a:lstStyle>
          <a:p>
            <a:r>
              <a:rPr lang="en-GB"/>
              <a:t>Click to edit Master title style</a:t>
            </a:r>
            <a:endParaRPr lang="en-AU"/>
          </a:p>
        </p:txBody>
      </p:sp>
    </p:spTree>
    <p:extLst>
      <p:ext uri="{BB962C8B-B14F-4D97-AF65-F5344CB8AC3E}">
        <p14:creationId xmlns:p14="http://schemas.microsoft.com/office/powerpoint/2010/main" val="3267535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11500798"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p:txBody>
          <a:bodyPr/>
          <a:lstStyle/>
          <a:p>
            <a:r>
              <a:rPr lang="en-AU"/>
              <a:t>Page [</a:t>
            </a:r>
            <a:fld id="{29D5CE74-914C-4689-99FC-1AEF49CE2B47}" type="slidenum">
              <a:rPr smtClean="0"/>
              <a:pPr/>
              <a:t>‹#›</a:t>
            </a:fld>
            <a:r>
              <a:t>]</a:t>
            </a:r>
            <a:endParaRPr lang="en-AU"/>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GB"/>
              <a:t>Click to edit Master title style</a:t>
            </a:r>
            <a:endParaRPr lang="en-AU"/>
          </a:p>
        </p:txBody>
      </p:sp>
    </p:spTree>
    <p:extLst>
      <p:ext uri="{BB962C8B-B14F-4D97-AF65-F5344CB8AC3E}">
        <p14:creationId xmlns:p14="http://schemas.microsoft.com/office/powerpoint/2010/main" val="704266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wo Content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56268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a:xfrm>
            <a:off x="10267260" y="6437192"/>
            <a:ext cx="1579139" cy="216000"/>
          </a:xfrm>
        </p:spPr>
        <p:txBody>
          <a:bodyPr/>
          <a:lstStyle/>
          <a:p>
            <a:r>
              <a:rPr lang="en-AU"/>
              <a:t>Page [</a:t>
            </a:r>
            <a:fld id="{29D5CE74-914C-4689-99FC-1AEF49CE2B47}" type="slidenum">
              <a:rPr smtClean="0"/>
              <a:pPr/>
              <a:t>‹#›</a:t>
            </a:fld>
            <a:r>
              <a:t>]</a:t>
            </a:r>
            <a:endParaRPr lang="en-AU"/>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GB"/>
              <a:t>Click to edit Master title style</a:t>
            </a:r>
            <a:endParaRPr lang="en-AU"/>
          </a:p>
        </p:txBody>
      </p:sp>
      <p:sp>
        <p:nvSpPr>
          <p:cNvPr id="4" name="Content Placeholder 6">
            <a:extLst>
              <a:ext uri="{FF2B5EF4-FFF2-40B4-BE49-F238E27FC236}">
                <a16:creationId xmlns:a16="http://schemas.microsoft.com/office/drawing/2014/main" id="{BED691C7-E3FD-C9C6-88B5-D844BB5B3D47}"/>
              </a:ext>
            </a:extLst>
          </p:cNvPr>
          <p:cNvSpPr>
            <a:spLocks noGrp="1"/>
          </p:cNvSpPr>
          <p:nvPr>
            <p:ph sz="quarter" idx="16"/>
          </p:nvPr>
        </p:nvSpPr>
        <p:spPr>
          <a:xfrm>
            <a:off x="6219599" y="1870255"/>
            <a:ext cx="56268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17515130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and Image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56268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a:xfrm>
            <a:off x="10267260" y="6437192"/>
            <a:ext cx="1579139" cy="216000"/>
          </a:xfrm>
        </p:spPr>
        <p:txBody>
          <a:bodyPr/>
          <a:lstStyle/>
          <a:p>
            <a:r>
              <a:rPr lang="en-AU"/>
              <a:t>Page [</a:t>
            </a:r>
            <a:fld id="{29D5CE74-914C-4689-99FC-1AEF49CE2B47}" type="slidenum">
              <a:rPr smtClean="0"/>
              <a:pPr/>
              <a:t>‹#›</a:t>
            </a:fld>
            <a:r>
              <a:t>]</a:t>
            </a:r>
            <a:endParaRPr lang="en-AU"/>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GB"/>
              <a:t>Click to edit Master title style</a:t>
            </a:r>
            <a:endParaRPr lang="en-AU"/>
          </a:p>
        </p:txBody>
      </p:sp>
      <p:sp>
        <p:nvSpPr>
          <p:cNvPr id="6" name="Picture Placeholder 5">
            <a:extLst>
              <a:ext uri="{FF2B5EF4-FFF2-40B4-BE49-F238E27FC236}">
                <a16:creationId xmlns:a16="http://schemas.microsoft.com/office/drawing/2014/main" id="{FC2A53D8-7CC9-C8A8-3494-5EBD660356B9}"/>
              </a:ext>
            </a:extLst>
          </p:cNvPr>
          <p:cNvSpPr>
            <a:spLocks noGrp="1"/>
          </p:cNvSpPr>
          <p:nvPr>
            <p:ph type="pic" sz="quarter" idx="16" hasCustomPrompt="1"/>
          </p:nvPr>
        </p:nvSpPr>
        <p:spPr>
          <a:xfrm>
            <a:off x="6219599" y="1870075"/>
            <a:ext cx="5626800" cy="4273200"/>
          </a:xfrm>
        </p:spPr>
        <p:txBody>
          <a:bodyPr anchor="ctr" anchorCtr="0"/>
          <a:lstStyle>
            <a:lvl1pPr algn="ctr">
              <a:lnSpc>
                <a:spcPts val="1400"/>
              </a:lnSpc>
              <a:defRPr sz="1200"/>
            </a:lvl1pPr>
          </a:lstStyle>
          <a:p>
            <a:r>
              <a:rPr lang="en-AU"/>
              <a:t>Click icon to insert image</a:t>
            </a:r>
          </a:p>
        </p:txBody>
      </p:sp>
    </p:spTree>
    <p:extLst>
      <p:ext uri="{BB962C8B-B14F-4D97-AF65-F5344CB8AC3E}">
        <p14:creationId xmlns:p14="http://schemas.microsoft.com/office/powerpoint/2010/main" val="31182805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hart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0" y="1870255"/>
            <a:ext cx="5626800" cy="3875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3" name="Content Placeholder 6">
            <a:extLst>
              <a:ext uri="{FF2B5EF4-FFF2-40B4-BE49-F238E27FC236}">
                <a16:creationId xmlns:a16="http://schemas.microsoft.com/office/drawing/2014/main" id="{0E523094-F604-E83D-B6FC-E524D91039CC}"/>
              </a:ext>
            </a:extLst>
          </p:cNvPr>
          <p:cNvSpPr>
            <a:spLocks noGrp="1"/>
          </p:cNvSpPr>
          <p:nvPr>
            <p:ph sz="quarter" idx="15"/>
          </p:nvPr>
        </p:nvSpPr>
        <p:spPr>
          <a:xfrm>
            <a:off x="6224055" y="1870255"/>
            <a:ext cx="5622344" cy="38861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Slide Number Placeholder 7">
            <a:extLst>
              <a:ext uri="{FF2B5EF4-FFF2-40B4-BE49-F238E27FC236}">
                <a16:creationId xmlns:a16="http://schemas.microsoft.com/office/drawing/2014/main" id="{1898C495-622F-59C5-A0D8-F102ED97EC28}"/>
              </a:ext>
            </a:extLst>
          </p:cNvPr>
          <p:cNvSpPr>
            <a:spLocks noGrp="1"/>
          </p:cNvSpPr>
          <p:nvPr>
            <p:ph type="sldNum" sz="quarter" idx="16"/>
          </p:nvPr>
        </p:nvSpPr>
        <p:spPr/>
        <p:txBody>
          <a:bodyPr/>
          <a:lstStyle/>
          <a:p>
            <a:r>
              <a:rPr lang="en-AU"/>
              <a:t>Page [</a:t>
            </a:r>
            <a:fld id="{29D5CE74-914C-4689-99FC-1AEF49CE2B47}" type="slidenum">
              <a:rPr smtClean="0"/>
              <a:pPr/>
              <a:t>‹#›</a:t>
            </a:fld>
            <a:r>
              <a:t>]</a:t>
            </a:r>
            <a:endParaRPr lang="en-AU"/>
          </a:p>
        </p:txBody>
      </p:sp>
      <p:sp>
        <p:nvSpPr>
          <p:cNvPr id="6" name="Chart Placeholder 5">
            <a:extLst>
              <a:ext uri="{FF2B5EF4-FFF2-40B4-BE49-F238E27FC236}">
                <a16:creationId xmlns:a16="http://schemas.microsoft.com/office/drawing/2014/main" id="{83A92489-4F48-E651-8308-E8A1BEAEF4BD}"/>
              </a:ext>
            </a:extLst>
          </p:cNvPr>
          <p:cNvSpPr>
            <a:spLocks noGrp="1"/>
          </p:cNvSpPr>
          <p:nvPr>
            <p:ph type="chart" sz="quarter" idx="17" hasCustomPrompt="1"/>
          </p:nvPr>
        </p:nvSpPr>
        <p:spPr>
          <a:xfrm>
            <a:off x="345600" y="2573905"/>
            <a:ext cx="5626575" cy="2880320"/>
          </a:xfrm>
        </p:spPr>
        <p:txBody>
          <a:bodyPr anchor="ctr" anchorCtr="0"/>
          <a:lstStyle>
            <a:lvl1pPr algn="ctr">
              <a:defRPr/>
            </a:lvl1pPr>
          </a:lstStyle>
          <a:p>
            <a:r>
              <a:rPr lang="en-AU"/>
              <a:t>Click icon to insert Chart</a:t>
            </a:r>
          </a:p>
        </p:txBody>
      </p:sp>
      <p:sp>
        <p:nvSpPr>
          <p:cNvPr id="9" name="Chart Placeholder 5">
            <a:extLst>
              <a:ext uri="{FF2B5EF4-FFF2-40B4-BE49-F238E27FC236}">
                <a16:creationId xmlns:a16="http://schemas.microsoft.com/office/drawing/2014/main" id="{9D4C9335-8F56-5714-572A-14E7E23CC1AB}"/>
              </a:ext>
            </a:extLst>
          </p:cNvPr>
          <p:cNvSpPr>
            <a:spLocks noGrp="1"/>
          </p:cNvSpPr>
          <p:nvPr>
            <p:ph type="chart" sz="quarter" idx="18" hasCustomPrompt="1"/>
          </p:nvPr>
        </p:nvSpPr>
        <p:spPr>
          <a:xfrm>
            <a:off x="6223381" y="2573905"/>
            <a:ext cx="5623018" cy="2880320"/>
          </a:xfrm>
        </p:spPr>
        <p:txBody>
          <a:bodyPr anchor="ctr" anchorCtr="0"/>
          <a:lstStyle>
            <a:lvl1pPr algn="ctr">
              <a:defRPr/>
            </a:lvl1pPr>
          </a:lstStyle>
          <a:p>
            <a:r>
              <a:rPr lang="en-AU"/>
              <a:t>Click icon to insert Chart</a:t>
            </a:r>
          </a:p>
        </p:txBody>
      </p:sp>
      <p:sp>
        <p:nvSpPr>
          <p:cNvPr id="4" name="Title 3">
            <a:extLst>
              <a:ext uri="{FF2B5EF4-FFF2-40B4-BE49-F238E27FC236}">
                <a16:creationId xmlns:a16="http://schemas.microsoft.com/office/drawing/2014/main" id="{0C4277FC-2AB5-CB23-BC94-BEF3C9536350}"/>
              </a:ext>
            </a:extLst>
          </p:cNvPr>
          <p:cNvSpPr>
            <a:spLocks noGrp="1"/>
          </p:cNvSpPr>
          <p:nvPr>
            <p:ph type="title"/>
          </p:nvPr>
        </p:nvSpPr>
        <p:spPr/>
        <p:txBody>
          <a:bodyPr/>
          <a:lstStyle/>
          <a:p>
            <a:r>
              <a:rPr lang="en-GB"/>
              <a:t>Click to edit Master title style</a:t>
            </a:r>
            <a:endParaRPr lang="en-AU"/>
          </a:p>
        </p:txBody>
      </p:sp>
    </p:spTree>
    <p:extLst>
      <p:ext uri="{BB962C8B-B14F-4D97-AF65-F5344CB8AC3E}">
        <p14:creationId xmlns:p14="http://schemas.microsoft.com/office/powerpoint/2010/main" val="40610180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0" y="1870255"/>
            <a:ext cx="5626800" cy="4273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3" name="Content Placeholder 6">
            <a:extLst>
              <a:ext uri="{FF2B5EF4-FFF2-40B4-BE49-F238E27FC236}">
                <a16:creationId xmlns:a16="http://schemas.microsoft.com/office/drawing/2014/main" id="{0E523094-F604-E83D-B6FC-E524D91039CC}"/>
              </a:ext>
            </a:extLst>
          </p:cNvPr>
          <p:cNvSpPr>
            <a:spLocks noGrp="1"/>
          </p:cNvSpPr>
          <p:nvPr>
            <p:ph sz="quarter" idx="15"/>
          </p:nvPr>
        </p:nvSpPr>
        <p:spPr>
          <a:xfrm>
            <a:off x="6224055" y="1870255"/>
            <a:ext cx="5622343" cy="4273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Slide Number Placeholder 7">
            <a:extLst>
              <a:ext uri="{FF2B5EF4-FFF2-40B4-BE49-F238E27FC236}">
                <a16:creationId xmlns:a16="http://schemas.microsoft.com/office/drawing/2014/main" id="{1898C495-622F-59C5-A0D8-F102ED97EC28}"/>
              </a:ext>
            </a:extLst>
          </p:cNvPr>
          <p:cNvSpPr>
            <a:spLocks noGrp="1"/>
          </p:cNvSpPr>
          <p:nvPr>
            <p:ph type="sldNum" sz="quarter" idx="16"/>
          </p:nvPr>
        </p:nvSpPr>
        <p:spPr/>
        <p:txBody>
          <a:bodyPr/>
          <a:lstStyle/>
          <a:p>
            <a:r>
              <a:rPr lang="en-AU"/>
              <a:t>Page [</a:t>
            </a:r>
            <a:fld id="{29D5CE74-914C-4689-99FC-1AEF49CE2B47}" type="slidenum">
              <a:rPr smtClean="0"/>
              <a:pPr/>
              <a:t>‹#›</a:t>
            </a:fld>
            <a:r>
              <a:t>]</a:t>
            </a:r>
            <a:endParaRPr lang="en-AU"/>
          </a:p>
        </p:txBody>
      </p:sp>
      <p:sp>
        <p:nvSpPr>
          <p:cNvPr id="4" name="Title 3">
            <a:extLst>
              <a:ext uri="{FF2B5EF4-FFF2-40B4-BE49-F238E27FC236}">
                <a16:creationId xmlns:a16="http://schemas.microsoft.com/office/drawing/2014/main" id="{4863FD07-110D-DEB8-85AE-92CD33C072C4}"/>
              </a:ext>
            </a:extLst>
          </p:cNvPr>
          <p:cNvSpPr>
            <a:spLocks noGrp="1"/>
          </p:cNvSpPr>
          <p:nvPr>
            <p:ph type="title"/>
          </p:nvPr>
        </p:nvSpPr>
        <p:spPr/>
        <p:txBody>
          <a:bodyPr/>
          <a:lstStyle/>
          <a:p>
            <a:r>
              <a:rPr lang="en-GB"/>
              <a:t>Click to edit Master title style</a:t>
            </a:r>
            <a:endParaRPr lang="en-AU"/>
          </a:p>
        </p:txBody>
      </p:sp>
    </p:spTree>
    <p:extLst>
      <p:ext uri="{BB962C8B-B14F-4D97-AF65-F5344CB8AC3E}">
        <p14:creationId xmlns:p14="http://schemas.microsoft.com/office/powerpoint/2010/main" val="14218476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hree Content_Small Fo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1" y="1870255"/>
            <a:ext cx="36000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8" name="Slide Number Placeholder 7">
            <a:extLst>
              <a:ext uri="{FF2B5EF4-FFF2-40B4-BE49-F238E27FC236}">
                <a16:creationId xmlns:a16="http://schemas.microsoft.com/office/drawing/2014/main" id="{1DB4505B-36A2-2169-8A08-C541C654FC99}"/>
              </a:ext>
            </a:extLst>
          </p:cNvPr>
          <p:cNvSpPr>
            <a:spLocks noGrp="1"/>
          </p:cNvSpPr>
          <p:nvPr>
            <p:ph type="sldNum" sz="quarter" idx="15"/>
          </p:nvPr>
        </p:nvSpPr>
        <p:spPr>
          <a:xfrm>
            <a:off x="10267260" y="6437192"/>
            <a:ext cx="1579139" cy="216000"/>
          </a:xfrm>
        </p:spPr>
        <p:txBody>
          <a:bodyPr/>
          <a:lstStyle/>
          <a:p>
            <a:r>
              <a:rPr lang="en-AU"/>
              <a:t>Page [</a:t>
            </a:r>
            <a:fld id="{29D5CE74-914C-4689-99FC-1AEF49CE2B47}" type="slidenum">
              <a:rPr smtClean="0"/>
              <a:pPr/>
              <a:t>‹#›</a:t>
            </a:fld>
            <a:r>
              <a:t>]</a:t>
            </a:r>
            <a:endParaRPr lang="en-AU"/>
          </a:p>
        </p:txBody>
      </p:sp>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p:txBody>
          <a:bodyPr/>
          <a:lstStyle/>
          <a:p>
            <a:r>
              <a:rPr lang="en-GB"/>
              <a:t>Click to edit Master title style</a:t>
            </a:r>
            <a:endParaRPr lang="en-AU"/>
          </a:p>
        </p:txBody>
      </p:sp>
      <p:sp>
        <p:nvSpPr>
          <p:cNvPr id="4" name="Content Placeholder 6">
            <a:extLst>
              <a:ext uri="{FF2B5EF4-FFF2-40B4-BE49-F238E27FC236}">
                <a16:creationId xmlns:a16="http://schemas.microsoft.com/office/drawing/2014/main" id="{BED691C7-E3FD-C9C6-88B5-D844BB5B3D47}"/>
              </a:ext>
            </a:extLst>
          </p:cNvPr>
          <p:cNvSpPr>
            <a:spLocks noGrp="1"/>
          </p:cNvSpPr>
          <p:nvPr>
            <p:ph sz="quarter" idx="16"/>
          </p:nvPr>
        </p:nvSpPr>
        <p:spPr>
          <a:xfrm>
            <a:off x="4296000" y="1870255"/>
            <a:ext cx="36000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Content Placeholder 6">
            <a:extLst>
              <a:ext uri="{FF2B5EF4-FFF2-40B4-BE49-F238E27FC236}">
                <a16:creationId xmlns:a16="http://schemas.microsoft.com/office/drawing/2014/main" id="{A14B56AF-59AC-1DD7-A515-93236D9D5034}"/>
              </a:ext>
            </a:extLst>
          </p:cNvPr>
          <p:cNvSpPr>
            <a:spLocks noGrp="1"/>
          </p:cNvSpPr>
          <p:nvPr>
            <p:ph sz="quarter" idx="17"/>
          </p:nvPr>
        </p:nvSpPr>
        <p:spPr>
          <a:xfrm>
            <a:off x="8246399" y="1870255"/>
            <a:ext cx="3600000" cy="4273200"/>
          </a:xfrm>
        </p:spPr>
        <p:txBody>
          <a:bodyPr/>
          <a:lstStyle>
            <a:lvl1pPr>
              <a:lnSpc>
                <a:spcPts val="1400"/>
              </a:lnSpc>
              <a:defRPr sz="1200"/>
            </a:lvl1pPr>
            <a:lvl2pPr>
              <a:lnSpc>
                <a:spcPts val="1300"/>
              </a:lnSpc>
              <a:defRPr sz="1100"/>
            </a:lvl2pPr>
            <a:lvl3pPr marL="180000" indent="-180000">
              <a:lnSpc>
                <a:spcPts val="1300"/>
              </a:lnSpc>
              <a:defRPr sz="1100"/>
            </a:lvl3pPr>
            <a:lvl4pPr marL="360000" indent="-180000">
              <a:lnSpc>
                <a:spcPts val="1300"/>
              </a:lnSpc>
              <a:defRPr sz="1100"/>
            </a:lvl4pPr>
            <a:lvl5pPr marL="540000" indent="-180000">
              <a:lnSpc>
                <a:spcPts val="1300"/>
              </a:lnSpc>
              <a:defRPr sz="1100"/>
            </a:lvl5pPr>
            <a:lvl6pPr marL="720000" indent="-180000">
              <a:lnSpc>
                <a:spcPts val="1300"/>
              </a:lnSpc>
              <a:defRPr sz="1100"/>
            </a:lvl6pPr>
            <a:lvl7pPr marL="900000" indent="-180000">
              <a:lnSpc>
                <a:spcPts val="1300"/>
              </a:lnSpc>
              <a:defRPr sz="1100"/>
            </a:lvl7pPr>
            <a:lvl8pPr marL="1080000" indent="-180000">
              <a:lnSpc>
                <a:spcPts val="1300"/>
              </a:lnSpc>
              <a:defRPr sz="1100"/>
            </a:lvl8pPr>
            <a:lvl9pPr marL="1260000" indent="-180000">
              <a:lnSpc>
                <a:spcPts val="1300"/>
              </a:lnSpc>
              <a:defRPr sz="11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15030644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55D817-EAAB-D963-230E-E123900CB196}"/>
              </a:ext>
            </a:extLst>
          </p:cNvPr>
          <p:cNvSpPr>
            <a:spLocks noGrp="1"/>
          </p:cNvSpPr>
          <p:nvPr>
            <p:ph type="ftr" sz="quarter" idx="13"/>
          </p:nvPr>
        </p:nvSpPr>
        <p:spPr/>
        <p:txBody>
          <a:bodyPr/>
          <a:lstStyle/>
          <a:p>
            <a:r>
              <a:rPr lang="en-AU"/>
              <a:t>[Insert Identifier] | [Insert Report Title]</a:t>
            </a:r>
          </a:p>
        </p:txBody>
      </p:sp>
      <p:sp>
        <p:nvSpPr>
          <p:cNvPr id="7" name="Content Placeholder 6">
            <a:extLst>
              <a:ext uri="{FF2B5EF4-FFF2-40B4-BE49-F238E27FC236}">
                <a16:creationId xmlns:a16="http://schemas.microsoft.com/office/drawing/2014/main" id="{64913891-1190-2E76-69B0-5105883EC19B}"/>
              </a:ext>
            </a:extLst>
          </p:cNvPr>
          <p:cNvSpPr>
            <a:spLocks noGrp="1"/>
          </p:cNvSpPr>
          <p:nvPr>
            <p:ph sz="quarter" idx="14"/>
          </p:nvPr>
        </p:nvSpPr>
        <p:spPr>
          <a:xfrm>
            <a:off x="345600" y="1870255"/>
            <a:ext cx="3600000" cy="4273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3" name="Content Placeholder 6">
            <a:extLst>
              <a:ext uri="{FF2B5EF4-FFF2-40B4-BE49-F238E27FC236}">
                <a16:creationId xmlns:a16="http://schemas.microsoft.com/office/drawing/2014/main" id="{0E523094-F604-E83D-B6FC-E524D91039CC}"/>
              </a:ext>
            </a:extLst>
          </p:cNvPr>
          <p:cNvSpPr>
            <a:spLocks noGrp="1"/>
          </p:cNvSpPr>
          <p:nvPr>
            <p:ph sz="quarter" idx="15"/>
          </p:nvPr>
        </p:nvSpPr>
        <p:spPr>
          <a:xfrm>
            <a:off x="4295999" y="1870255"/>
            <a:ext cx="3600000" cy="4273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6">
            <a:extLst>
              <a:ext uri="{FF2B5EF4-FFF2-40B4-BE49-F238E27FC236}">
                <a16:creationId xmlns:a16="http://schemas.microsoft.com/office/drawing/2014/main" id="{12B8F049-B051-C3CF-84AF-76D0419ECC4D}"/>
              </a:ext>
            </a:extLst>
          </p:cNvPr>
          <p:cNvSpPr>
            <a:spLocks noGrp="1"/>
          </p:cNvSpPr>
          <p:nvPr>
            <p:ph sz="quarter" idx="16"/>
          </p:nvPr>
        </p:nvSpPr>
        <p:spPr>
          <a:xfrm>
            <a:off x="8246399" y="1870255"/>
            <a:ext cx="3600000" cy="4273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Slide Number Placeholder 5">
            <a:extLst>
              <a:ext uri="{FF2B5EF4-FFF2-40B4-BE49-F238E27FC236}">
                <a16:creationId xmlns:a16="http://schemas.microsoft.com/office/drawing/2014/main" id="{CA6341BC-444F-9260-2F29-DB09F5C10802}"/>
              </a:ext>
            </a:extLst>
          </p:cNvPr>
          <p:cNvSpPr>
            <a:spLocks noGrp="1"/>
          </p:cNvSpPr>
          <p:nvPr>
            <p:ph type="sldNum" sz="quarter" idx="17"/>
          </p:nvPr>
        </p:nvSpPr>
        <p:spPr>
          <a:xfrm>
            <a:off x="10267260" y="6437192"/>
            <a:ext cx="1579139" cy="216000"/>
          </a:xfrm>
        </p:spPr>
        <p:txBody>
          <a:bodyPr/>
          <a:lstStyle/>
          <a:p>
            <a:r>
              <a:rPr lang="en-AU"/>
              <a:t>Page [</a:t>
            </a:r>
            <a:fld id="{29D5CE74-914C-4689-99FC-1AEF49CE2B47}" type="slidenum">
              <a:rPr smtClean="0"/>
              <a:pPr/>
              <a:t>‹#›</a:t>
            </a:fld>
            <a:r>
              <a:t>]</a:t>
            </a:r>
            <a:endParaRPr lang="en-AU"/>
          </a:p>
        </p:txBody>
      </p:sp>
      <p:sp>
        <p:nvSpPr>
          <p:cNvPr id="8" name="Title 7">
            <a:extLst>
              <a:ext uri="{FF2B5EF4-FFF2-40B4-BE49-F238E27FC236}">
                <a16:creationId xmlns:a16="http://schemas.microsoft.com/office/drawing/2014/main" id="{B997EF1D-2BE4-A99C-D98C-B233628816F3}"/>
              </a:ext>
            </a:extLst>
          </p:cNvPr>
          <p:cNvSpPr>
            <a:spLocks noGrp="1"/>
          </p:cNvSpPr>
          <p:nvPr>
            <p:ph type="title"/>
          </p:nvPr>
        </p:nvSpPr>
        <p:spPr/>
        <p:txBody>
          <a:bodyPr/>
          <a:lstStyle/>
          <a:p>
            <a:r>
              <a:rPr lang="en-GB"/>
              <a:t>Click to edit Master title style</a:t>
            </a:r>
            <a:endParaRPr lang="en-AU"/>
          </a:p>
        </p:txBody>
      </p:sp>
    </p:spTree>
    <p:extLst>
      <p:ext uri="{BB962C8B-B14F-4D97-AF65-F5344CB8AC3E}">
        <p14:creationId xmlns:p14="http://schemas.microsoft.com/office/powerpoint/2010/main" val="2628763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hank you_1">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a:xfrm>
            <a:off x="1577134" y="1133745"/>
            <a:ext cx="9001001" cy="869091"/>
          </a:xfrm>
        </p:spPr>
        <p:txBody>
          <a:bodyPr/>
          <a:lstStyle>
            <a:lvl1pPr algn="ctr">
              <a:lnSpc>
                <a:spcPts val="5200"/>
              </a:lnSpc>
              <a:defRPr sz="4800">
                <a:solidFill>
                  <a:schemeClr val="bg1"/>
                </a:solidFill>
              </a:defRPr>
            </a:lvl1pPr>
          </a:lstStyle>
          <a:p>
            <a:r>
              <a:rPr lang="en-GB"/>
              <a:t>Click to edit Master title style</a:t>
            </a:r>
            <a:endParaRPr lang="en-AU"/>
          </a:p>
        </p:txBody>
      </p:sp>
      <p:sp>
        <p:nvSpPr>
          <p:cNvPr id="6" name="Text Placeholder 10">
            <a:extLst>
              <a:ext uri="{FF2B5EF4-FFF2-40B4-BE49-F238E27FC236}">
                <a16:creationId xmlns:a16="http://schemas.microsoft.com/office/drawing/2014/main" id="{8301EF29-6923-272A-530E-72477C52E01B}"/>
              </a:ext>
            </a:extLst>
          </p:cNvPr>
          <p:cNvSpPr>
            <a:spLocks noGrp="1"/>
          </p:cNvSpPr>
          <p:nvPr>
            <p:ph type="body" sz="quarter" idx="17" hasCustomPrompt="1"/>
          </p:nvPr>
        </p:nvSpPr>
        <p:spPr>
          <a:xfrm>
            <a:off x="345600" y="6023122"/>
            <a:ext cx="5490611" cy="630070"/>
          </a:xfrm>
        </p:spPr>
        <p:txBody>
          <a:bodyPr anchor="b" anchorCtr="0"/>
          <a:lstStyle>
            <a:lvl1pPr marL="0" algn="l">
              <a:lnSpc>
                <a:spcPct val="100000"/>
              </a:lnSpc>
              <a:spcAft>
                <a:spcPts val="0"/>
              </a:spcAft>
              <a:buFontTx/>
              <a:buNone/>
              <a:defRPr sz="1400" b="0">
                <a:solidFill>
                  <a:schemeClr val="bg1"/>
                </a:solidFill>
              </a:defRPr>
            </a:lvl1pPr>
            <a:lvl2pPr marL="0" algn="l">
              <a:lnSpc>
                <a:spcPct val="100000"/>
              </a:lnSpc>
              <a:spcAft>
                <a:spcPts val="0"/>
              </a:spcAft>
              <a:buFontTx/>
              <a:buNone/>
              <a:defRPr sz="1400" b="0">
                <a:solidFill>
                  <a:schemeClr val="bg1"/>
                </a:solidFill>
              </a:defRPr>
            </a:lvl2pPr>
            <a:lvl3pPr marL="0" indent="0" algn="l">
              <a:lnSpc>
                <a:spcPct val="100000"/>
              </a:lnSpc>
              <a:spcAft>
                <a:spcPts val="0"/>
              </a:spcAft>
              <a:buFontTx/>
              <a:buNone/>
              <a:defRPr sz="1400" b="0">
                <a:solidFill>
                  <a:schemeClr val="bg1"/>
                </a:solidFill>
              </a:defRPr>
            </a:lvl3pPr>
            <a:lvl4pPr marL="0" indent="0" algn="l">
              <a:lnSpc>
                <a:spcPct val="100000"/>
              </a:lnSpc>
              <a:spcAft>
                <a:spcPts val="0"/>
              </a:spcAft>
              <a:buFontTx/>
              <a:buNone/>
              <a:defRPr sz="1400" b="0">
                <a:solidFill>
                  <a:schemeClr val="bg1"/>
                </a:solidFill>
              </a:defRPr>
            </a:lvl4pPr>
            <a:lvl5pPr marL="0" indent="0" algn="l">
              <a:lnSpc>
                <a:spcPct val="100000"/>
              </a:lnSpc>
              <a:spcAft>
                <a:spcPts val="0"/>
              </a:spcAft>
              <a:buFontTx/>
              <a:buNone/>
              <a:defRPr sz="1400" b="0">
                <a:solidFill>
                  <a:schemeClr val="bg1"/>
                </a:solidFill>
              </a:defRPr>
            </a:lvl5pPr>
            <a:lvl6pPr marL="0" indent="0" algn="l">
              <a:lnSpc>
                <a:spcPct val="100000"/>
              </a:lnSpc>
              <a:spcAft>
                <a:spcPts val="0"/>
              </a:spcAft>
              <a:buFontTx/>
              <a:buNone/>
              <a:defRPr sz="1400" b="0">
                <a:solidFill>
                  <a:schemeClr val="bg1"/>
                </a:solidFill>
              </a:defRPr>
            </a:lvl6pPr>
            <a:lvl7pPr marL="0" indent="0" algn="l">
              <a:lnSpc>
                <a:spcPct val="100000"/>
              </a:lnSpc>
              <a:spcAft>
                <a:spcPts val="0"/>
              </a:spcAft>
              <a:buFontTx/>
              <a:buNone/>
              <a:defRPr sz="1400" b="0">
                <a:solidFill>
                  <a:schemeClr val="bg1"/>
                </a:solidFill>
              </a:defRPr>
            </a:lvl7pPr>
            <a:lvl8pPr marL="0" indent="0" algn="l">
              <a:lnSpc>
                <a:spcPct val="100000"/>
              </a:lnSpc>
              <a:spcAft>
                <a:spcPts val="0"/>
              </a:spcAft>
              <a:buFontTx/>
              <a:buNone/>
              <a:defRPr sz="1400" b="0">
                <a:solidFill>
                  <a:schemeClr val="bg1"/>
                </a:solidFill>
              </a:defRPr>
            </a:lvl8pPr>
            <a:lvl9pPr marL="0" indent="0" algn="l">
              <a:lnSpc>
                <a:spcPct val="100000"/>
              </a:lnSpc>
              <a:spcAft>
                <a:spcPts val="0"/>
              </a:spcAft>
              <a:buFontTx/>
              <a:buNone/>
              <a:defRPr sz="1400" b="0">
                <a:solidFill>
                  <a:schemeClr val="bg1"/>
                </a:solidFill>
              </a:defRPr>
            </a:lvl9pPr>
          </a:lstStyle>
          <a:p>
            <a:pPr lvl="0"/>
            <a:r>
              <a:rPr lang="en-US"/>
              <a:t>[Collaborator/partner relationship disclaimer]</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en-AU"/>
          </a:p>
        </p:txBody>
      </p:sp>
      <p:sp>
        <p:nvSpPr>
          <p:cNvPr id="9" name="Text Placeholder 10">
            <a:extLst>
              <a:ext uri="{FF2B5EF4-FFF2-40B4-BE49-F238E27FC236}">
                <a16:creationId xmlns:a16="http://schemas.microsoft.com/office/drawing/2014/main" id="{E98D57ED-F6FA-0853-C0FA-554B2313321E}"/>
              </a:ext>
            </a:extLst>
          </p:cNvPr>
          <p:cNvSpPr>
            <a:spLocks noGrp="1"/>
          </p:cNvSpPr>
          <p:nvPr>
            <p:ph type="body" sz="quarter" idx="18" hasCustomPrompt="1"/>
          </p:nvPr>
        </p:nvSpPr>
        <p:spPr>
          <a:xfrm>
            <a:off x="6231015" y="6437192"/>
            <a:ext cx="5615384"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300">
                <a:solidFill>
                  <a:schemeClr val="bg1"/>
                </a:solidFill>
              </a:defRPr>
            </a:lvl3pPr>
            <a:lvl4pPr marL="0" indent="0" algn="r">
              <a:lnSpc>
                <a:spcPct val="100000"/>
              </a:lnSpc>
              <a:spcAft>
                <a:spcPts val="0"/>
              </a:spcAft>
              <a:buFontTx/>
              <a:buNone/>
              <a:defRPr sz="1300">
                <a:solidFill>
                  <a:schemeClr val="bg1"/>
                </a:solidFill>
              </a:defRPr>
            </a:lvl4pPr>
            <a:lvl5pPr marL="0" indent="0" algn="r">
              <a:lnSpc>
                <a:spcPct val="100000"/>
              </a:lnSpc>
              <a:spcAft>
                <a:spcPts val="0"/>
              </a:spcAft>
              <a:buFontTx/>
              <a:buNone/>
              <a:defRPr sz="1300">
                <a:solidFill>
                  <a:schemeClr val="bg1"/>
                </a:solidFill>
              </a:defRPr>
            </a:lvl5pPr>
            <a:lvl6pPr marL="0" indent="0" algn="r">
              <a:lnSpc>
                <a:spcPct val="100000"/>
              </a:lnSpc>
              <a:spcAft>
                <a:spcPts val="0"/>
              </a:spcAft>
              <a:buFontTx/>
              <a:buNone/>
              <a:defRPr sz="1300">
                <a:solidFill>
                  <a:schemeClr val="bg1"/>
                </a:solidFill>
              </a:defRPr>
            </a:lvl6pPr>
            <a:lvl7pPr marL="0" indent="0" algn="r">
              <a:lnSpc>
                <a:spcPct val="100000"/>
              </a:lnSpc>
              <a:spcAft>
                <a:spcPts val="0"/>
              </a:spcAft>
              <a:buFontTx/>
              <a:buNone/>
              <a:defRPr sz="1300">
                <a:solidFill>
                  <a:schemeClr val="bg1"/>
                </a:solidFill>
              </a:defRPr>
            </a:lvl7pPr>
            <a:lvl8pPr marL="0" indent="0" algn="r">
              <a:lnSpc>
                <a:spcPct val="100000"/>
              </a:lnSpc>
              <a:spcAft>
                <a:spcPts val="0"/>
              </a:spcAft>
              <a:buFontTx/>
              <a:buNone/>
              <a:defRPr sz="1300">
                <a:solidFill>
                  <a:schemeClr val="bg1"/>
                </a:solidFill>
              </a:defRPr>
            </a:lvl8pPr>
            <a:lvl9pPr marL="0" indent="0" algn="r">
              <a:lnSpc>
                <a:spcPct val="100000"/>
              </a:lnSpc>
              <a:spcAft>
                <a:spcPts val="0"/>
              </a:spcAft>
              <a:buFontTx/>
              <a:buNone/>
              <a:defRPr sz="1300">
                <a:solidFill>
                  <a:schemeClr val="bg1"/>
                </a:solidFill>
              </a:defRPr>
            </a:lvl9pPr>
          </a:lstStyle>
          <a:p>
            <a:pPr lvl="0"/>
            <a:r>
              <a:rPr lang="en-US"/>
              <a:t>CRICOS: 00116K</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en-AU"/>
          </a:p>
        </p:txBody>
      </p:sp>
      <p:pic>
        <p:nvPicPr>
          <p:cNvPr id="2" name="Picture Placeholder 6" descr="Logo&#10;&#10;Description automatically generated">
            <a:extLst>
              <a:ext uri="{FF2B5EF4-FFF2-40B4-BE49-F238E27FC236}">
                <a16:creationId xmlns:a16="http://schemas.microsoft.com/office/drawing/2014/main" id="{54D6F5F3-83EC-7C59-7764-F0BA609CE28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4870378" y="2315284"/>
            <a:ext cx="2385265" cy="2373856"/>
          </a:xfrm>
          <a:prstGeom prst="rect">
            <a:avLst/>
          </a:prstGeom>
        </p:spPr>
      </p:pic>
    </p:spTree>
    <p:extLst>
      <p:ext uri="{BB962C8B-B14F-4D97-AF65-F5344CB8AC3E}">
        <p14:creationId xmlns:p14="http://schemas.microsoft.com/office/powerpoint/2010/main" val="25691384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_2">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6AFA0F-621D-D875-0C28-2D5D4B7B7357}"/>
              </a:ext>
            </a:extLst>
          </p:cNvPr>
          <p:cNvSpPr>
            <a:spLocks noGrp="1"/>
          </p:cNvSpPr>
          <p:nvPr>
            <p:ph type="title"/>
          </p:nvPr>
        </p:nvSpPr>
        <p:spPr>
          <a:xfrm>
            <a:off x="345599" y="489679"/>
            <a:ext cx="11500799" cy="869091"/>
          </a:xfrm>
        </p:spPr>
        <p:txBody>
          <a:bodyPr/>
          <a:lstStyle>
            <a:lvl1pPr algn="ctr">
              <a:lnSpc>
                <a:spcPts val="5200"/>
              </a:lnSpc>
              <a:defRPr sz="4800">
                <a:solidFill>
                  <a:schemeClr val="bg1"/>
                </a:solidFill>
              </a:defRPr>
            </a:lvl1pPr>
          </a:lstStyle>
          <a:p>
            <a:r>
              <a:rPr lang="en-GB"/>
              <a:t>Click to edit Master title style</a:t>
            </a:r>
            <a:endParaRPr lang="en-AU"/>
          </a:p>
        </p:txBody>
      </p:sp>
      <p:sp>
        <p:nvSpPr>
          <p:cNvPr id="6" name="Text Placeholder 10">
            <a:extLst>
              <a:ext uri="{FF2B5EF4-FFF2-40B4-BE49-F238E27FC236}">
                <a16:creationId xmlns:a16="http://schemas.microsoft.com/office/drawing/2014/main" id="{8301EF29-6923-272A-530E-72477C52E01B}"/>
              </a:ext>
            </a:extLst>
          </p:cNvPr>
          <p:cNvSpPr>
            <a:spLocks noGrp="1"/>
          </p:cNvSpPr>
          <p:nvPr>
            <p:ph type="body" sz="quarter" idx="17" hasCustomPrompt="1"/>
          </p:nvPr>
        </p:nvSpPr>
        <p:spPr>
          <a:xfrm>
            <a:off x="345600" y="5850353"/>
            <a:ext cx="5265585" cy="365012"/>
          </a:xfrm>
        </p:spPr>
        <p:txBody>
          <a:bodyPr anchor="t" anchorCtr="0"/>
          <a:lstStyle>
            <a:lvl1pPr marL="0" algn="l">
              <a:lnSpc>
                <a:spcPct val="100000"/>
              </a:lnSpc>
              <a:spcAft>
                <a:spcPts val="0"/>
              </a:spcAft>
              <a:buFontTx/>
              <a:buNone/>
              <a:defRPr sz="2000" b="0">
                <a:solidFill>
                  <a:schemeClr val="bg1"/>
                </a:solidFill>
              </a:defRPr>
            </a:lvl1pPr>
            <a:lvl2pPr marL="0" algn="l">
              <a:lnSpc>
                <a:spcPct val="100000"/>
              </a:lnSpc>
              <a:spcAft>
                <a:spcPts val="0"/>
              </a:spcAft>
              <a:buFontTx/>
              <a:buNone/>
              <a:defRPr sz="2000" b="0">
                <a:solidFill>
                  <a:schemeClr val="bg1"/>
                </a:solidFill>
              </a:defRPr>
            </a:lvl2pPr>
            <a:lvl3pPr marL="0" indent="0" algn="l">
              <a:lnSpc>
                <a:spcPct val="100000"/>
              </a:lnSpc>
              <a:spcAft>
                <a:spcPts val="0"/>
              </a:spcAft>
              <a:buFontTx/>
              <a:buNone/>
              <a:defRPr sz="2000" b="0">
                <a:solidFill>
                  <a:schemeClr val="bg1"/>
                </a:solidFill>
              </a:defRPr>
            </a:lvl3pPr>
            <a:lvl4pPr marL="0" indent="0" algn="l">
              <a:lnSpc>
                <a:spcPct val="100000"/>
              </a:lnSpc>
              <a:spcAft>
                <a:spcPts val="0"/>
              </a:spcAft>
              <a:buFontTx/>
              <a:buNone/>
              <a:defRPr sz="2000" b="0">
                <a:solidFill>
                  <a:schemeClr val="bg1"/>
                </a:solidFill>
              </a:defRPr>
            </a:lvl4pPr>
            <a:lvl5pPr marL="0" indent="0" algn="l">
              <a:lnSpc>
                <a:spcPct val="100000"/>
              </a:lnSpc>
              <a:spcAft>
                <a:spcPts val="0"/>
              </a:spcAft>
              <a:buFontTx/>
              <a:buNone/>
              <a:defRPr sz="2000" b="0">
                <a:solidFill>
                  <a:schemeClr val="bg1"/>
                </a:solidFill>
              </a:defRPr>
            </a:lvl5pPr>
            <a:lvl6pPr marL="0" indent="0" algn="l">
              <a:lnSpc>
                <a:spcPct val="100000"/>
              </a:lnSpc>
              <a:spcAft>
                <a:spcPts val="0"/>
              </a:spcAft>
              <a:buFontTx/>
              <a:buNone/>
              <a:defRPr sz="2000" b="0">
                <a:solidFill>
                  <a:schemeClr val="bg1"/>
                </a:solidFill>
              </a:defRPr>
            </a:lvl6pPr>
            <a:lvl7pPr marL="0" indent="0" algn="l">
              <a:lnSpc>
                <a:spcPct val="100000"/>
              </a:lnSpc>
              <a:spcAft>
                <a:spcPts val="0"/>
              </a:spcAft>
              <a:buFontTx/>
              <a:buNone/>
              <a:defRPr sz="2000" b="0">
                <a:solidFill>
                  <a:schemeClr val="bg1"/>
                </a:solidFill>
              </a:defRPr>
            </a:lvl7pPr>
            <a:lvl8pPr marL="0" indent="0" algn="l">
              <a:lnSpc>
                <a:spcPct val="100000"/>
              </a:lnSpc>
              <a:spcAft>
                <a:spcPts val="0"/>
              </a:spcAft>
              <a:buFontTx/>
              <a:buNone/>
              <a:defRPr sz="2000" b="0">
                <a:solidFill>
                  <a:schemeClr val="bg1"/>
                </a:solidFill>
              </a:defRPr>
            </a:lvl8pPr>
            <a:lvl9pPr marL="0" indent="0" algn="l">
              <a:lnSpc>
                <a:spcPct val="100000"/>
              </a:lnSpc>
              <a:spcAft>
                <a:spcPts val="0"/>
              </a:spcAft>
              <a:buFontTx/>
              <a:buNone/>
              <a:defRPr sz="2000" b="0">
                <a:solidFill>
                  <a:schemeClr val="bg1"/>
                </a:solidFill>
              </a:defRPr>
            </a:lvl9pPr>
          </a:lstStyle>
          <a:p>
            <a:pPr lvl="0"/>
            <a:r>
              <a:rPr lang="en-AU"/>
              <a:t>[Copyright, CTA or other information/notices]</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en-AU"/>
          </a:p>
        </p:txBody>
      </p:sp>
      <p:sp>
        <p:nvSpPr>
          <p:cNvPr id="2" name="Content Placeholder 7">
            <a:extLst>
              <a:ext uri="{FF2B5EF4-FFF2-40B4-BE49-F238E27FC236}">
                <a16:creationId xmlns:a16="http://schemas.microsoft.com/office/drawing/2014/main" id="{BBF3D5F6-94BD-ACED-7F35-959B5B93BD76}"/>
              </a:ext>
            </a:extLst>
          </p:cNvPr>
          <p:cNvSpPr>
            <a:spLocks noGrp="1"/>
          </p:cNvSpPr>
          <p:nvPr>
            <p:ph sz="quarter" idx="20"/>
          </p:nvPr>
        </p:nvSpPr>
        <p:spPr>
          <a:xfrm>
            <a:off x="4678967" y="2266086"/>
            <a:ext cx="2385265" cy="2325827"/>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pic>
        <p:nvPicPr>
          <p:cNvPr id="5" name="Picture Placeholder 6" descr="Logo&#10;&#10;Description automatically generated">
            <a:extLst>
              <a:ext uri="{FF2B5EF4-FFF2-40B4-BE49-F238E27FC236}">
                <a16:creationId xmlns:a16="http://schemas.microsoft.com/office/drawing/2014/main" id="{E3F816A6-DD62-1263-EF40-8DEE9FBC629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1315442" y="2266086"/>
            <a:ext cx="2385265" cy="2373856"/>
          </a:xfrm>
          <a:prstGeom prst="rect">
            <a:avLst/>
          </a:prstGeom>
        </p:spPr>
      </p:pic>
      <p:sp>
        <p:nvSpPr>
          <p:cNvPr id="7" name="Content Placeholder 7">
            <a:extLst>
              <a:ext uri="{FF2B5EF4-FFF2-40B4-BE49-F238E27FC236}">
                <a16:creationId xmlns:a16="http://schemas.microsoft.com/office/drawing/2014/main" id="{BCABDFB2-774F-9F26-0537-DFF1E88D8406}"/>
              </a:ext>
            </a:extLst>
          </p:cNvPr>
          <p:cNvSpPr>
            <a:spLocks noGrp="1"/>
          </p:cNvSpPr>
          <p:nvPr>
            <p:ph sz="quarter" idx="21"/>
          </p:nvPr>
        </p:nvSpPr>
        <p:spPr>
          <a:xfrm>
            <a:off x="8040216" y="2262385"/>
            <a:ext cx="2385265" cy="2325827"/>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defRPr>
                <a:solidFill>
                  <a:schemeClr val="bg1"/>
                </a:solidFill>
              </a:defRPr>
            </a:lvl8pPr>
            <a:lvl9pPr>
              <a:buClr>
                <a:schemeClr val="bg1"/>
              </a:buClr>
              <a:defRPr>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10">
            <a:extLst>
              <a:ext uri="{FF2B5EF4-FFF2-40B4-BE49-F238E27FC236}">
                <a16:creationId xmlns:a16="http://schemas.microsoft.com/office/drawing/2014/main" id="{F892BB12-1705-BD7B-229D-BF067F242181}"/>
              </a:ext>
            </a:extLst>
          </p:cNvPr>
          <p:cNvSpPr>
            <a:spLocks noGrp="1"/>
          </p:cNvSpPr>
          <p:nvPr>
            <p:ph type="body" sz="quarter" idx="18" hasCustomPrompt="1"/>
          </p:nvPr>
        </p:nvSpPr>
        <p:spPr>
          <a:xfrm>
            <a:off x="6231015" y="5999365"/>
            <a:ext cx="5615384"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300">
                <a:solidFill>
                  <a:schemeClr val="bg1"/>
                </a:solidFill>
              </a:defRPr>
            </a:lvl3pPr>
            <a:lvl4pPr marL="0" indent="0" algn="r">
              <a:lnSpc>
                <a:spcPct val="100000"/>
              </a:lnSpc>
              <a:spcAft>
                <a:spcPts val="0"/>
              </a:spcAft>
              <a:buFontTx/>
              <a:buNone/>
              <a:defRPr sz="1300">
                <a:solidFill>
                  <a:schemeClr val="bg1"/>
                </a:solidFill>
              </a:defRPr>
            </a:lvl4pPr>
            <a:lvl5pPr marL="0" indent="0" algn="r">
              <a:lnSpc>
                <a:spcPct val="100000"/>
              </a:lnSpc>
              <a:spcAft>
                <a:spcPts val="0"/>
              </a:spcAft>
              <a:buFontTx/>
              <a:buNone/>
              <a:defRPr sz="1300">
                <a:solidFill>
                  <a:schemeClr val="bg1"/>
                </a:solidFill>
              </a:defRPr>
            </a:lvl5pPr>
            <a:lvl6pPr marL="0" indent="0" algn="r">
              <a:lnSpc>
                <a:spcPct val="100000"/>
              </a:lnSpc>
              <a:spcAft>
                <a:spcPts val="0"/>
              </a:spcAft>
              <a:buFontTx/>
              <a:buNone/>
              <a:defRPr sz="1300">
                <a:solidFill>
                  <a:schemeClr val="bg1"/>
                </a:solidFill>
              </a:defRPr>
            </a:lvl6pPr>
            <a:lvl7pPr marL="0" indent="0" algn="r">
              <a:lnSpc>
                <a:spcPct val="100000"/>
              </a:lnSpc>
              <a:spcAft>
                <a:spcPts val="0"/>
              </a:spcAft>
              <a:buFontTx/>
              <a:buNone/>
              <a:defRPr sz="1300">
                <a:solidFill>
                  <a:schemeClr val="bg1"/>
                </a:solidFill>
              </a:defRPr>
            </a:lvl7pPr>
            <a:lvl8pPr marL="0" indent="0" algn="r">
              <a:lnSpc>
                <a:spcPct val="100000"/>
              </a:lnSpc>
              <a:spcAft>
                <a:spcPts val="0"/>
              </a:spcAft>
              <a:buFontTx/>
              <a:buNone/>
              <a:defRPr sz="1300">
                <a:solidFill>
                  <a:schemeClr val="bg1"/>
                </a:solidFill>
              </a:defRPr>
            </a:lvl8pPr>
            <a:lvl9pPr marL="0" indent="0" algn="r">
              <a:lnSpc>
                <a:spcPct val="100000"/>
              </a:lnSpc>
              <a:spcAft>
                <a:spcPts val="0"/>
              </a:spcAft>
              <a:buFontTx/>
              <a:buNone/>
              <a:defRPr sz="1300">
                <a:solidFill>
                  <a:schemeClr val="bg1"/>
                </a:solidFill>
              </a:defRPr>
            </a:lvl9pPr>
          </a:lstStyle>
          <a:p>
            <a:pPr lvl="0"/>
            <a:r>
              <a:rPr lang="en-US"/>
              <a:t>CRICOS: 00116K</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en-AU"/>
          </a:p>
        </p:txBody>
      </p:sp>
    </p:spTree>
    <p:extLst>
      <p:ext uri="{BB962C8B-B14F-4D97-AF65-F5344CB8AC3E}">
        <p14:creationId xmlns:p14="http://schemas.microsoft.com/office/powerpoint/2010/main" val="6107219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pyright notice 2">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574486-8652-716C-61C2-985D79E5DEEF}"/>
              </a:ext>
            </a:extLst>
          </p:cNvPr>
          <p:cNvSpPr txBox="1"/>
          <p:nvPr userDrawn="1"/>
        </p:nvSpPr>
        <p:spPr>
          <a:xfrm>
            <a:off x="345600" y="4183343"/>
            <a:ext cx="2310675" cy="200055"/>
          </a:xfrm>
          <a:prstGeom prst="rect">
            <a:avLst/>
          </a:prstGeom>
          <a:noFill/>
          <a:ln w="15875">
            <a:noFill/>
          </a:ln>
        </p:spPr>
        <p:txBody>
          <a:bodyPr wrap="square" lIns="0" tIns="0" rIns="0" bIns="0">
            <a:spAutoFit/>
          </a:bodyPr>
          <a:lstStyle/>
          <a:p>
            <a:pPr marL="0"/>
            <a:r>
              <a:rPr lang="en-AU" sz="1300">
                <a:solidFill>
                  <a:schemeClr val="bg1"/>
                </a:solidFill>
                <a:effectLst/>
                <a:latin typeface="+mn-lt"/>
                <a:ea typeface="Times New Roman" panose="02020603050405020304" pitchFamily="18" charset="0"/>
              </a:rPr>
              <a:t>(c) The University of Melbourne</a:t>
            </a:r>
            <a:endParaRPr lang="en-AU" sz="1300">
              <a:latin typeface="+mn-lt"/>
            </a:endParaRPr>
          </a:p>
        </p:txBody>
      </p:sp>
      <p:sp>
        <p:nvSpPr>
          <p:cNvPr id="6" name="Text Placeholder 5">
            <a:extLst>
              <a:ext uri="{FF2B5EF4-FFF2-40B4-BE49-F238E27FC236}">
                <a16:creationId xmlns:a16="http://schemas.microsoft.com/office/drawing/2014/main" id="{9AB091FC-4E25-7936-CC06-27124E717614}"/>
              </a:ext>
            </a:extLst>
          </p:cNvPr>
          <p:cNvSpPr>
            <a:spLocks noGrp="1"/>
          </p:cNvSpPr>
          <p:nvPr>
            <p:ph type="body" sz="quarter" idx="19" hasCustomPrompt="1"/>
          </p:nvPr>
        </p:nvSpPr>
        <p:spPr>
          <a:xfrm>
            <a:off x="2699196" y="4182849"/>
            <a:ext cx="1192703" cy="216000"/>
          </a:xfrm>
        </p:spPr>
        <p:txBody>
          <a:bodyPr/>
          <a:lstStyle>
            <a:lvl1pPr marL="0">
              <a:lnSpc>
                <a:spcPct val="100000"/>
              </a:lnSpc>
              <a:spcAft>
                <a:spcPts val="0"/>
              </a:spcAft>
              <a:buFontTx/>
              <a:buNone/>
              <a:defRPr sz="1300" b="0">
                <a:solidFill>
                  <a:schemeClr val="bg1"/>
                </a:solidFill>
              </a:defRPr>
            </a:lvl1pPr>
            <a:lvl2pPr marL="0">
              <a:lnSpc>
                <a:spcPct val="100000"/>
              </a:lnSpc>
              <a:spcAft>
                <a:spcPts val="0"/>
              </a:spcAft>
              <a:buFontTx/>
              <a:buNone/>
              <a:defRPr sz="1300" b="0">
                <a:solidFill>
                  <a:schemeClr val="bg1"/>
                </a:solidFill>
              </a:defRPr>
            </a:lvl2pPr>
            <a:lvl3pPr marL="0" indent="0">
              <a:lnSpc>
                <a:spcPct val="100000"/>
              </a:lnSpc>
              <a:spcAft>
                <a:spcPts val="0"/>
              </a:spcAft>
              <a:buFontTx/>
              <a:buNone/>
              <a:defRPr sz="1300" b="0">
                <a:solidFill>
                  <a:schemeClr val="bg1"/>
                </a:solidFill>
              </a:defRPr>
            </a:lvl3pPr>
            <a:lvl4pPr marL="0" indent="0">
              <a:lnSpc>
                <a:spcPct val="100000"/>
              </a:lnSpc>
              <a:spcAft>
                <a:spcPts val="0"/>
              </a:spcAft>
              <a:buFontTx/>
              <a:buNone/>
              <a:defRPr sz="1300" b="0">
                <a:solidFill>
                  <a:schemeClr val="bg1"/>
                </a:solidFill>
              </a:defRPr>
            </a:lvl4pPr>
            <a:lvl5pPr marL="0" indent="0">
              <a:lnSpc>
                <a:spcPct val="100000"/>
              </a:lnSpc>
              <a:spcAft>
                <a:spcPts val="0"/>
              </a:spcAft>
              <a:buFontTx/>
              <a:buNone/>
              <a:defRPr sz="1300" b="0">
                <a:solidFill>
                  <a:schemeClr val="bg1"/>
                </a:solidFill>
              </a:defRPr>
            </a:lvl5pPr>
            <a:lvl6pPr marL="0" indent="0">
              <a:lnSpc>
                <a:spcPct val="100000"/>
              </a:lnSpc>
              <a:spcAft>
                <a:spcPts val="0"/>
              </a:spcAft>
              <a:buFontTx/>
              <a:buNone/>
              <a:defRPr sz="1300" b="0">
                <a:solidFill>
                  <a:schemeClr val="bg1"/>
                </a:solidFill>
              </a:defRPr>
            </a:lvl6pPr>
            <a:lvl7pPr marL="0" indent="0">
              <a:lnSpc>
                <a:spcPct val="100000"/>
              </a:lnSpc>
              <a:spcAft>
                <a:spcPts val="0"/>
              </a:spcAft>
              <a:buFontTx/>
              <a:buNone/>
              <a:defRPr sz="1300" b="0">
                <a:solidFill>
                  <a:schemeClr val="bg1"/>
                </a:solidFill>
              </a:defRPr>
            </a:lvl7pPr>
            <a:lvl8pPr marL="0" indent="0">
              <a:lnSpc>
                <a:spcPct val="100000"/>
              </a:lnSpc>
              <a:spcAft>
                <a:spcPts val="0"/>
              </a:spcAft>
              <a:buFontTx/>
              <a:buNone/>
              <a:defRPr sz="1300" b="0">
                <a:solidFill>
                  <a:schemeClr val="bg1"/>
                </a:solidFill>
              </a:defRPr>
            </a:lvl8pPr>
            <a:lvl9pPr marL="0" indent="0">
              <a:lnSpc>
                <a:spcPct val="100000"/>
              </a:lnSpc>
              <a:spcAft>
                <a:spcPts val="0"/>
              </a:spcAft>
              <a:buFontTx/>
              <a:buNone/>
              <a:defRPr sz="1300" b="0">
                <a:solidFill>
                  <a:schemeClr val="bg1"/>
                </a:solidFill>
              </a:defRPr>
            </a:lvl9pPr>
          </a:lstStyle>
          <a:p>
            <a:pPr lvl="0"/>
            <a:r>
              <a:rPr lang="en-US"/>
              <a:t>2023</a:t>
            </a:r>
          </a:p>
        </p:txBody>
      </p:sp>
      <p:sp>
        <p:nvSpPr>
          <p:cNvPr id="5" name="TextBox 4">
            <a:extLst>
              <a:ext uri="{FF2B5EF4-FFF2-40B4-BE49-F238E27FC236}">
                <a16:creationId xmlns:a16="http://schemas.microsoft.com/office/drawing/2014/main" id="{C92EDEFF-E4AC-F752-A7F7-6FDA4F7FAD96}"/>
              </a:ext>
            </a:extLst>
          </p:cNvPr>
          <p:cNvSpPr txBox="1"/>
          <p:nvPr userDrawn="1"/>
        </p:nvSpPr>
        <p:spPr>
          <a:xfrm>
            <a:off x="345600" y="4383609"/>
            <a:ext cx="6740510" cy="1600438"/>
          </a:xfrm>
          <a:prstGeom prst="rect">
            <a:avLst/>
          </a:prstGeom>
          <a:noFill/>
          <a:ln w="15875">
            <a:noFill/>
          </a:ln>
        </p:spPr>
        <p:txBody>
          <a:bodyPr wrap="square" lIns="0" tIns="0" rIns="0" bIns="0">
            <a:spAutoFit/>
          </a:bodyPr>
          <a:lstStyle/>
          <a:p>
            <a:pPr marL="0"/>
            <a:r>
              <a:rPr lang="en-AU" sz="1300">
                <a:solidFill>
                  <a:schemeClr val="bg1"/>
                </a:solidFill>
                <a:effectLst/>
                <a:latin typeface="+mn-lt"/>
                <a:ea typeface="Times New Roman" panose="02020603050405020304" pitchFamily="18" charset="0"/>
              </a:rPr>
              <a:t>This material is protected by copyright. Unless indicated otherwise, the University of Melbourne owns the copyright subsisting in the work.  Other than for the purposes permitted under the Copyright Act 1968, you are prohibited from downloading, republishing, retransmitting, reproducing or otherwise using any of the materials included in the work as standalone files. Sharing University teaching materials with third-parties, including uploading lecture notes, slides or recordings to websites constitutes academic misconduct and may be subject to penalties.  For more  information: </a:t>
            </a:r>
            <a:r>
              <a:rPr lang="en-AU" sz="1300" u="sng">
                <a:solidFill>
                  <a:schemeClr val="bg1"/>
                </a:solidFill>
                <a:effectLst/>
                <a:latin typeface="+mn-lt"/>
                <a:ea typeface="Times New Roman" panose="02020603050405020304" pitchFamily="18" charset="0"/>
                <a:hlinkClick r:id="rId2" tooltip="https://academicintegrity.unimelb.edu.au/">
                  <a:extLst>
                    <a:ext uri="{A12FA001-AC4F-418D-AE19-62706E023703}">
                      <ahyp:hlinkClr xmlns:ahyp="http://schemas.microsoft.com/office/drawing/2018/hyperlinkcolor" val="tx"/>
                    </a:ext>
                  </a:extLst>
                </a:hlinkClick>
              </a:rPr>
              <a:t>Academic Integrity at the University of Melbourne</a:t>
            </a:r>
            <a:endParaRPr lang="en-AU" sz="1300">
              <a:latin typeface="+mn-lt"/>
            </a:endParaRPr>
          </a:p>
        </p:txBody>
      </p:sp>
      <p:sp>
        <p:nvSpPr>
          <p:cNvPr id="7" name="TextBox 6">
            <a:extLst>
              <a:ext uri="{FF2B5EF4-FFF2-40B4-BE49-F238E27FC236}">
                <a16:creationId xmlns:a16="http://schemas.microsoft.com/office/drawing/2014/main" id="{28028CA4-95B8-600A-C697-0F46636ABD89}"/>
              </a:ext>
            </a:extLst>
          </p:cNvPr>
          <p:cNvSpPr txBox="1"/>
          <p:nvPr userDrawn="1"/>
        </p:nvSpPr>
        <p:spPr>
          <a:xfrm>
            <a:off x="344500" y="5962159"/>
            <a:ext cx="6740510" cy="400110"/>
          </a:xfrm>
          <a:prstGeom prst="rect">
            <a:avLst/>
          </a:prstGeom>
          <a:noFill/>
          <a:ln w="15875">
            <a:noFill/>
          </a:ln>
        </p:spPr>
        <p:txBody>
          <a:bodyPr wrap="square" lIns="0" tIns="0" rIns="0" bIns="0">
            <a:spAutoFit/>
          </a:bodyPr>
          <a:lstStyle/>
          <a:p>
            <a:pPr marL="0"/>
            <a:r>
              <a:rPr lang="en-AU" sz="1300">
                <a:solidFill>
                  <a:schemeClr val="bg1"/>
                </a:solidFill>
                <a:effectLst/>
                <a:latin typeface="+mn-lt"/>
                <a:ea typeface="Times New Roman" panose="02020603050405020304" pitchFamily="18" charset="0"/>
              </a:rPr>
              <a:t>Requests and enquiries concerning reproduction and rights should be addressed to the University Copyright Office, The University of Melbourne: </a:t>
            </a:r>
            <a:r>
              <a:rPr lang="en-AU" sz="1300" u="sng">
                <a:solidFill>
                  <a:schemeClr val="bg1"/>
                </a:solidFill>
                <a:effectLst/>
                <a:latin typeface="+mn-lt"/>
                <a:ea typeface="Times New Roman" panose="02020603050405020304" pitchFamily="18" charset="0"/>
                <a:hlinkClick r:id="rId3">
                  <a:extLst>
                    <a:ext uri="{A12FA001-AC4F-418D-AE19-62706E023703}">
                      <ahyp:hlinkClr xmlns:ahyp="http://schemas.microsoft.com/office/drawing/2018/hyperlinkcolor" val="tx"/>
                    </a:ext>
                  </a:extLst>
                </a:hlinkClick>
              </a:rPr>
              <a:t>copyright-office@unimelb.edu.au</a:t>
            </a:r>
            <a:endParaRPr lang="en-AU" sz="1300">
              <a:latin typeface="+mn-lt"/>
            </a:endParaRPr>
          </a:p>
        </p:txBody>
      </p:sp>
      <p:sp>
        <p:nvSpPr>
          <p:cNvPr id="3" name="Text Placeholder 10">
            <a:extLst>
              <a:ext uri="{FF2B5EF4-FFF2-40B4-BE49-F238E27FC236}">
                <a16:creationId xmlns:a16="http://schemas.microsoft.com/office/drawing/2014/main" id="{9C45E1F2-EF0D-321D-535C-967DD7ADCCEB}"/>
              </a:ext>
            </a:extLst>
          </p:cNvPr>
          <p:cNvSpPr>
            <a:spLocks noGrp="1"/>
          </p:cNvSpPr>
          <p:nvPr>
            <p:ph type="body" sz="quarter" idx="18" hasCustomPrompt="1"/>
          </p:nvPr>
        </p:nvSpPr>
        <p:spPr>
          <a:xfrm>
            <a:off x="7671175" y="6167945"/>
            <a:ext cx="4175224" cy="216000"/>
          </a:xfrm>
        </p:spPr>
        <p:txBody>
          <a:bodyPr anchor="b" anchorCtr="0"/>
          <a:lstStyle>
            <a:lvl1pPr marL="0" algn="r">
              <a:lnSpc>
                <a:spcPct val="100000"/>
              </a:lnSpc>
              <a:spcAft>
                <a:spcPts val="0"/>
              </a:spcAft>
              <a:buFontTx/>
              <a:buNone/>
              <a:defRPr sz="1300" b="0">
                <a:solidFill>
                  <a:schemeClr val="bg1"/>
                </a:solidFill>
              </a:defRPr>
            </a:lvl1pPr>
            <a:lvl2pPr marL="0" algn="r">
              <a:lnSpc>
                <a:spcPct val="100000"/>
              </a:lnSpc>
              <a:spcAft>
                <a:spcPts val="0"/>
              </a:spcAft>
              <a:buFontTx/>
              <a:buNone/>
              <a:defRPr sz="1300">
                <a:solidFill>
                  <a:schemeClr val="bg1"/>
                </a:solidFill>
              </a:defRPr>
            </a:lvl2pPr>
            <a:lvl3pPr marL="0" indent="0" algn="r">
              <a:lnSpc>
                <a:spcPct val="100000"/>
              </a:lnSpc>
              <a:spcAft>
                <a:spcPts val="0"/>
              </a:spcAft>
              <a:buFontTx/>
              <a:buNone/>
              <a:defRPr sz="1300">
                <a:solidFill>
                  <a:schemeClr val="bg1"/>
                </a:solidFill>
              </a:defRPr>
            </a:lvl3pPr>
            <a:lvl4pPr marL="0" indent="0" algn="r">
              <a:lnSpc>
                <a:spcPct val="100000"/>
              </a:lnSpc>
              <a:spcAft>
                <a:spcPts val="0"/>
              </a:spcAft>
              <a:buFontTx/>
              <a:buNone/>
              <a:defRPr sz="1300">
                <a:solidFill>
                  <a:schemeClr val="bg1"/>
                </a:solidFill>
              </a:defRPr>
            </a:lvl4pPr>
            <a:lvl5pPr marL="0" indent="0" algn="r">
              <a:lnSpc>
                <a:spcPct val="100000"/>
              </a:lnSpc>
              <a:spcAft>
                <a:spcPts val="0"/>
              </a:spcAft>
              <a:buFontTx/>
              <a:buNone/>
              <a:defRPr sz="1300">
                <a:solidFill>
                  <a:schemeClr val="bg1"/>
                </a:solidFill>
              </a:defRPr>
            </a:lvl5pPr>
            <a:lvl6pPr marL="0" indent="0" algn="r">
              <a:lnSpc>
                <a:spcPct val="100000"/>
              </a:lnSpc>
              <a:spcAft>
                <a:spcPts val="0"/>
              </a:spcAft>
              <a:buFontTx/>
              <a:buNone/>
              <a:defRPr sz="1300">
                <a:solidFill>
                  <a:schemeClr val="bg1"/>
                </a:solidFill>
              </a:defRPr>
            </a:lvl6pPr>
            <a:lvl7pPr marL="0" indent="0" algn="r">
              <a:lnSpc>
                <a:spcPct val="100000"/>
              </a:lnSpc>
              <a:spcAft>
                <a:spcPts val="0"/>
              </a:spcAft>
              <a:buFontTx/>
              <a:buNone/>
              <a:defRPr sz="1300">
                <a:solidFill>
                  <a:schemeClr val="bg1"/>
                </a:solidFill>
              </a:defRPr>
            </a:lvl7pPr>
            <a:lvl8pPr marL="0" indent="0" algn="r">
              <a:lnSpc>
                <a:spcPct val="100000"/>
              </a:lnSpc>
              <a:spcAft>
                <a:spcPts val="0"/>
              </a:spcAft>
              <a:buFontTx/>
              <a:buNone/>
              <a:defRPr sz="1300">
                <a:solidFill>
                  <a:schemeClr val="bg1"/>
                </a:solidFill>
              </a:defRPr>
            </a:lvl8pPr>
            <a:lvl9pPr marL="0" indent="0" algn="r">
              <a:lnSpc>
                <a:spcPct val="100000"/>
              </a:lnSpc>
              <a:spcAft>
                <a:spcPts val="0"/>
              </a:spcAft>
              <a:buFontTx/>
              <a:buNone/>
              <a:defRPr sz="1300">
                <a:solidFill>
                  <a:schemeClr val="bg1"/>
                </a:solidFill>
              </a:defRPr>
            </a:lvl9pPr>
          </a:lstStyle>
          <a:p>
            <a:pPr lvl="0"/>
            <a:r>
              <a:rPr lang="en-US"/>
              <a:t>CRICOS: 00116K</a:t>
            </a:r>
          </a:p>
          <a:p>
            <a:pPr lvl="1"/>
            <a:r>
              <a:rPr lang="en-US"/>
              <a:t>Second level</a:t>
            </a:r>
          </a:p>
          <a:p>
            <a:pPr lvl="2"/>
            <a:r>
              <a:rPr lang="en-US"/>
              <a:t>Third level</a:t>
            </a:r>
          </a:p>
          <a:p>
            <a:pPr lvl="3"/>
            <a:r>
              <a:rPr lang="en-US"/>
              <a:t>Fourth level</a:t>
            </a:r>
          </a:p>
          <a:p>
            <a:pPr lvl="4"/>
            <a:r>
              <a:rPr lang="en-US"/>
              <a:t>Fifth level</a:t>
            </a:r>
          </a:p>
          <a:p>
            <a:pPr lvl="5"/>
            <a:r>
              <a:rPr lang="en-US"/>
              <a:t>6</a:t>
            </a:r>
          </a:p>
          <a:p>
            <a:pPr lvl="6"/>
            <a:r>
              <a:rPr lang="en-US"/>
              <a:t>7</a:t>
            </a:r>
          </a:p>
          <a:p>
            <a:pPr lvl="7"/>
            <a:r>
              <a:rPr lang="en-US"/>
              <a:t>8</a:t>
            </a:r>
          </a:p>
          <a:p>
            <a:pPr lvl="8"/>
            <a:r>
              <a:rPr lang="en-US"/>
              <a:t>9</a:t>
            </a:r>
            <a:endParaRPr lang="en-AU"/>
          </a:p>
        </p:txBody>
      </p:sp>
    </p:spTree>
    <p:extLst>
      <p:ext uri="{BB962C8B-B14F-4D97-AF65-F5344CB8AC3E}">
        <p14:creationId xmlns:p14="http://schemas.microsoft.com/office/powerpoint/2010/main" val="27321236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97687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ver_style2">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A84500"/>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Tree>
    <p:extLst>
      <p:ext uri="{BB962C8B-B14F-4D97-AF65-F5344CB8AC3E}">
        <p14:creationId xmlns:p14="http://schemas.microsoft.com/office/powerpoint/2010/main" val="4154858531"/>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2">
    <p:spTree>
      <p:nvGrpSpPr>
        <p:cNvPr id="1" name=""/>
        <p:cNvGrpSpPr/>
        <p:nvPr/>
      </p:nvGrpSpPr>
      <p:grpSpPr>
        <a:xfrm>
          <a:off x="0" y="0"/>
          <a:ext cx="0" cy="0"/>
          <a:chOff x="0" y="0"/>
          <a:chExt cx="0" cy="0"/>
        </a:xfrm>
      </p:grpSpPr>
      <p:pic>
        <p:nvPicPr>
          <p:cNvPr id="4" name="Picture 3" descr="People walking under a building&#10;&#10;Description automatically generated">
            <a:extLst>
              <a:ext uri="{FF2B5EF4-FFF2-40B4-BE49-F238E27FC236}">
                <a16:creationId xmlns:a16="http://schemas.microsoft.com/office/drawing/2014/main" id="{E7BA957F-097B-72FD-DF04-76077458E4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798261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2215015974"/>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2_Divider_with image1_style2">
    <p:spTree>
      <p:nvGrpSpPr>
        <p:cNvPr id="1" name=""/>
        <p:cNvGrpSpPr/>
        <p:nvPr/>
      </p:nvGrpSpPr>
      <p:grpSpPr>
        <a:xfrm>
          <a:off x="0" y="0"/>
          <a:ext cx="0" cy="0"/>
          <a:chOff x="0" y="0"/>
          <a:chExt cx="0" cy="0"/>
        </a:xfrm>
      </p:grpSpPr>
      <p:pic>
        <p:nvPicPr>
          <p:cNvPr id="4" name="Picture 3" descr="A statue of a person&#10;&#10;Description automatically generated">
            <a:extLst>
              <a:ext uri="{FF2B5EF4-FFF2-40B4-BE49-F238E27FC236}">
                <a16:creationId xmlns:a16="http://schemas.microsoft.com/office/drawing/2014/main" id="{64F275E5-53E4-CE84-BFBA-2BC612A005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73612"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3"/>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322771786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_Divider_with image1_style2">
    <p:spTree>
      <p:nvGrpSpPr>
        <p:cNvPr id="1" name=""/>
        <p:cNvGrpSpPr/>
        <p:nvPr/>
      </p:nvGrpSpPr>
      <p:grpSpPr>
        <a:xfrm>
          <a:off x="0" y="0"/>
          <a:ext cx="0" cy="0"/>
          <a:chOff x="0" y="0"/>
          <a:chExt cx="0" cy="0"/>
        </a:xfrm>
      </p:grpSpPr>
      <p:pic>
        <p:nvPicPr>
          <p:cNvPr id="9" name="Picture 8" descr="A close-up of a hand pointing at a model&#10;&#10;Description automatically generated">
            <a:extLst>
              <a:ext uri="{FF2B5EF4-FFF2-40B4-BE49-F238E27FC236}">
                <a16:creationId xmlns:a16="http://schemas.microsoft.com/office/drawing/2014/main" id="{BD33C0EC-1329-DF67-CC34-2186429DEB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3027"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3225692397"/>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A845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GB"/>
              <a:t>Click to edit Master title style</a:t>
            </a:r>
            <a:endParaRPr lang="en-AU"/>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791767944"/>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ver_style3">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chemeClr val="accent2"/>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675549999"/>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3">
    <p:spTree>
      <p:nvGrpSpPr>
        <p:cNvPr id="1" name=""/>
        <p:cNvGrpSpPr/>
        <p:nvPr/>
      </p:nvGrpSpPr>
      <p:grpSpPr>
        <a:xfrm>
          <a:off x="0" y="0"/>
          <a:ext cx="0" cy="0"/>
          <a:chOff x="0" y="0"/>
          <a:chExt cx="0" cy="0"/>
        </a:xfrm>
      </p:grpSpPr>
      <p:pic>
        <p:nvPicPr>
          <p:cNvPr id="13" name="Picture 12" descr="A group of people sitting in a room&#10;&#10;Description automatically generated">
            <a:extLst>
              <a:ext uri="{FF2B5EF4-FFF2-40B4-BE49-F238E27FC236}">
                <a16:creationId xmlns:a16="http://schemas.microsoft.com/office/drawing/2014/main" id="{28BDE54C-00E9-5879-B7AA-CBAEB4B200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833715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2573942067"/>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3">
    <p:spTree>
      <p:nvGrpSpPr>
        <p:cNvPr id="1" name=""/>
        <p:cNvGrpSpPr/>
        <p:nvPr/>
      </p:nvGrpSpPr>
      <p:grpSpPr>
        <a:xfrm>
          <a:off x="0" y="0"/>
          <a:ext cx="0" cy="0"/>
          <a:chOff x="0" y="0"/>
          <a:chExt cx="0" cy="0"/>
        </a:xfrm>
      </p:grpSpPr>
      <p:pic>
        <p:nvPicPr>
          <p:cNvPr id="9" name="Picture 8" descr="A building with a curved roof&#10;&#10;Description automatically generated">
            <a:extLst>
              <a:ext uri="{FF2B5EF4-FFF2-40B4-BE49-F238E27FC236}">
                <a16:creationId xmlns:a16="http://schemas.microsoft.com/office/drawing/2014/main" id="{7C32C17A-0B3D-3605-0770-718372FF11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01253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1032562100"/>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3">
    <p:spTree>
      <p:nvGrpSpPr>
        <p:cNvPr id="1" name=""/>
        <p:cNvGrpSpPr/>
        <p:nvPr/>
      </p:nvGrpSpPr>
      <p:grpSpPr>
        <a:xfrm>
          <a:off x="0" y="0"/>
          <a:ext cx="0" cy="0"/>
          <a:chOff x="0" y="0"/>
          <a:chExt cx="0" cy="0"/>
        </a:xfrm>
      </p:grpSpPr>
      <p:pic>
        <p:nvPicPr>
          <p:cNvPr id="9" name="Picture 8" descr="A person using a device to connect wires&#10;&#10;Description automatically generated">
            <a:extLst>
              <a:ext uri="{FF2B5EF4-FFF2-40B4-BE49-F238E27FC236}">
                <a16:creationId xmlns:a16="http://schemas.microsoft.com/office/drawing/2014/main" id="{C1287946-82AF-7FA8-19A7-7FCE04906E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584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1842383239"/>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GB"/>
              <a:t>Click to edit Master title style</a:t>
            </a:r>
            <a:endParaRPr lang="en-AU"/>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2407210404"/>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ver_style4">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ABC1A7"/>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851568747"/>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4">
    <p:spTree>
      <p:nvGrpSpPr>
        <p:cNvPr id="1" name=""/>
        <p:cNvGrpSpPr/>
        <p:nvPr/>
      </p:nvGrpSpPr>
      <p:grpSpPr>
        <a:xfrm>
          <a:off x="0" y="0"/>
          <a:ext cx="0" cy="0"/>
          <a:chOff x="0" y="0"/>
          <a:chExt cx="0" cy="0"/>
        </a:xfrm>
      </p:grpSpPr>
      <p:pic>
        <p:nvPicPr>
          <p:cNvPr id="4" name="Picture 3" descr="A group of people walking in a park&#10;&#10;Description automatically generated">
            <a:extLst>
              <a:ext uri="{FF2B5EF4-FFF2-40B4-BE49-F238E27FC236}">
                <a16:creationId xmlns:a16="http://schemas.microsoft.com/office/drawing/2014/main" id="{09DD1383-E7A4-AA64-8DE9-6E004E157B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907799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2"/>
                </a:solidFill>
              </a:defRPr>
            </a:lvl1pPr>
            <a:lvl2pPr marL="0" indent="0">
              <a:lnSpc>
                <a:spcPts val="1800"/>
              </a:lnSpc>
              <a:spcAft>
                <a:spcPts val="600"/>
              </a:spcAft>
              <a:buNone/>
              <a:defRPr sz="1600">
                <a:solidFill>
                  <a:schemeClr val="bg2"/>
                </a:solidFill>
              </a:defRPr>
            </a:lvl2pPr>
            <a:lvl3pPr marL="0" indent="0">
              <a:lnSpc>
                <a:spcPts val="1400"/>
              </a:lnSpc>
              <a:spcAft>
                <a:spcPts val="600"/>
              </a:spcAft>
              <a:buNone/>
              <a:defRPr sz="1200">
                <a:solidFill>
                  <a:schemeClr val="bg2"/>
                </a:solidFill>
              </a:defRPr>
            </a:lvl3pPr>
            <a:lvl4pPr marL="0" indent="0">
              <a:lnSpc>
                <a:spcPts val="1400"/>
              </a:lnSpc>
              <a:spcAft>
                <a:spcPts val="600"/>
              </a:spcAft>
              <a:buNone/>
              <a:defRPr sz="1200">
                <a:solidFill>
                  <a:schemeClr val="bg2"/>
                </a:solidFill>
              </a:defRPr>
            </a:lvl4pPr>
            <a:lvl5pPr marL="0" indent="0">
              <a:lnSpc>
                <a:spcPts val="1400"/>
              </a:lnSpc>
              <a:spcAft>
                <a:spcPts val="600"/>
              </a:spcAft>
              <a:buNone/>
              <a:defRPr sz="1200">
                <a:solidFill>
                  <a:schemeClr val="bg2"/>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36669143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4">
    <p:spTree>
      <p:nvGrpSpPr>
        <p:cNvPr id="1" name=""/>
        <p:cNvGrpSpPr/>
        <p:nvPr/>
      </p:nvGrpSpPr>
      <p:grpSpPr>
        <a:xfrm>
          <a:off x="0" y="0"/>
          <a:ext cx="0" cy="0"/>
          <a:chOff x="0" y="0"/>
          <a:chExt cx="0" cy="0"/>
        </a:xfrm>
      </p:grpSpPr>
      <p:pic>
        <p:nvPicPr>
          <p:cNvPr id="4" name="Picture 3" descr="A building under construction with trees&#10;&#10;Description automatically generated">
            <a:extLst>
              <a:ext uri="{FF2B5EF4-FFF2-40B4-BE49-F238E27FC236}">
                <a16:creationId xmlns:a16="http://schemas.microsoft.com/office/drawing/2014/main" id="{51F6BE47-7A2B-FB6B-ED40-B51129631D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55124"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2"/>
                </a:solidFill>
              </a:defRPr>
            </a:lvl1pPr>
            <a:lvl2pPr marL="0" indent="0">
              <a:lnSpc>
                <a:spcPts val="1800"/>
              </a:lnSpc>
              <a:spcAft>
                <a:spcPts val="600"/>
              </a:spcAft>
              <a:buNone/>
              <a:defRPr sz="1600">
                <a:solidFill>
                  <a:schemeClr val="bg2"/>
                </a:solidFill>
              </a:defRPr>
            </a:lvl2pPr>
            <a:lvl3pPr marL="0" indent="0">
              <a:lnSpc>
                <a:spcPts val="1400"/>
              </a:lnSpc>
              <a:spcAft>
                <a:spcPts val="600"/>
              </a:spcAft>
              <a:buNone/>
              <a:defRPr sz="1200">
                <a:solidFill>
                  <a:schemeClr val="bg2"/>
                </a:solidFill>
              </a:defRPr>
            </a:lvl3pPr>
            <a:lvl4pPr marL="0" indent="0">
              <a:lnSpc>
                <a:spcPts val="1400"/>
              </a:lnSpc>
              <a:spcAft>
                <a:spcPts val="600"/>
              </a:spcAft>
              <a:buNone/>
              <a:defRPr sz="1200">
                <a:solidFill>
                  <a:schemeClr val="bg2"/>
                </a:solidFill>
              </a:defRPr>
            </a:lvl4pPr>
            <a:lvl5pPr marL="0" indent="0">
              <a:lnSpc>
                <a:spcPts val="1400"/>
              </a:lnSpc>
              <a:spcAft>
                <a:spcPts val="600"/>
              </a:spcAft>
              <a:buNone/>
              <a:defRPr sz="1200">
                <a:solidFill>
                  <a:schemeClr val="bg2"/>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3071919616"/>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4">
    <p:spTree>
      <p:nvGrpSpPr>
        <p:cNvPr id="1" name=""/>
        <p:cNvGrpSpPr/>
        <p:nvPr/>
      </p:nvGrpSpPr>
      <p:grpSpPr>
        <a:xfrm>
          <a:off x="0" y="0"/>
          <a:ext cx="0" cy="0"/>
          <a:chOff x="0" y="0"/>
          <a:chExt cx="0" cy="0"/>
        </a:xfrm>
      </p:grpSpPr>
      <p:pic>
        <p:nvPicPr>
          <p:cNvPr id="11" name="Picture 10" descr="A person holding a piece of wood&#10;&#10;Description automatically generated">
            <a:extLst>
              <a:ext uri="{FF2B5EF4-FFF2-40B4-BE49-F238E27FC236}">
                <a16:creationId xmlns:a16="http://schemas.microsoft.com/office/drawing/2014/main" id="{94024269-2550-85C4-BE45-B706209E4B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584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2"/>
                </a:solidFill>
              </a:defRPr>
            </a:lvl1pPr>
            <a:lvl2pPr marL="0" indent="0">
              <a:lnSpc>
                <a:spcPts val="1800"/>
              </a:lnSpc>
              <a:spcAft>
                <a:spcPts val="600"/>
              </a:spcAft>
              <a:buNone/>
              <a:defRPr sz="1600">
                <a:solidFill>
                  <a:schemeClr val="bg2"/>
                </a:solidFill>
              </a:defRPr>
            </a:lvl2pPr>
            <a:lvl3pPr marL="0" indent="0">
              <a:lnSpc>
                <a:spcPts val="1400"/>
              </a:lnSpc>
              <a:spcAft>
                <a:spcPts val="600"/>
              </a:spcAft>
              <a:buNone/>
              <a:defRPr sz="1200">
                <a:solidFill>
                  <a:schemeClr val="bg2"/>
                </a:solidFill>
              </a:defRPr>
            </a:lvl3pPr>
            <a:lvl4pPr marL="0" indent="0">
              <a:lnSpc>
                <a:spcPts val="1400"/>
              </a:lnSpc>
              <a:spcAft>
                <a:spcPts val="600"/>
              </a:spcAft>
              <a:buNone/>
              <a:defRPr sz="1200">
                <a:solidFill>
                  <a:schemeClr val="bg2"/>
                </a:solidFill>
              </a:defRPr>
            </a:lvl4pPr>
            <a:lvl5pPr marL="0" indent="0">
              <a:lnSpc>
                <a:spcPts val="1400"/>
              </a:lnSpc>
              <a:spcAft>
                <a:spcPts val="600"/>
              </a:spcAft>
              <a:buNone/>
              <a:defRPr sz="1200">
                <a:solidFill>
                  <a:schemeClr val="bg2"/>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687929782"/>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ABC1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2"/>
                </a:solidFill>
              </a:defRPr>
            </a:lvl1pPr>
          </a:lstStyle>
          <a:p>
            <a:r>
              <a:rPr lang="en-GB"/>
              <a:t>Click to edit Master title style</a:t>
            </a:r>
            <a:endParaRPr lang="en-AU"/>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188723145"/>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over_style5">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2C421D"/>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3077321043"/>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5">
    <p:spTree>
      <p:nvGrpSpPr>
        <p:cNvPr id="1" name=""/>
        <p:cNvGrpSpPr/>
        <p:nvPr/>
      </p:nvGrpSpPr>
      <p:grpSpPr>
        <a:xfrm>
          <a:off x="0" y="0"/>
          <a:ext cx="0" cy="0"/>
          <a:chOff x="0" y="0"/>
          <a:chExt cx="0" cy="0"/>
        </a:xfrm>
      </p:grpSpPr>
      <p:pic>
        <p:nvPicPr>
          <p:cNvPr id="11" name="Picture 10" descr="People walking in a park&#10;&#10;Description automatically generated">
            <a:extLst>
              <a:ext uri="{FF2B5EF4-FFF2-40B4-BE49-F238E27FC236}">
                <a16:creationId xmlns:a16="http://schemas.microsoft.com/office/drawing/2014/main" id="{8FBDA43B-799F-3262-242C-5B80658B72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458123"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3"/>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926217321"/>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5">
    <p:spTree>
      <p:nvGrpSpPr>
        <p:cNvPr id="1" name=""/>
        <p:cNvGrpSpPr/>
        <p:nvPr/>
      </p:nvGrpSpPr>
      <p:grpSpPr>
        <a:xfrm>
          <a:off x="0" y="0"/>
          <a:ext cx="0" cy="0"/>
          <a:chOff x="0" y="0"/>
          <a:chExt cx="0" cy="0"/>
        </a:xfrm>
      </p:grpSpPr>
      <p:pic>
        <p:nvPicPr>
          <p:cNvPr id="8" name="Picture 7" descr="People walking past a building with ivy on the side&#10;&#10;Description automatically generated">
            <a:extLst>
              <a:ext uri="{FF2B5EF4-FFF2-40B4-BE49-F238E27FC236}">
                <a16:creationId xmlns:a16="http://schemas.microsoft.com/office/drawing/2014/main" id="{DCDBF601-CDA9-69BA-756C-E76F557DDDB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3495"/>
            <a:ext cx="8937748" cy="6120000"/>
          </a:xfrm>
          <a:prstGeom prst="rect">
            <a:avLst/>
          </a:prstGeom>
        </p:spPr>
      </p:pic>
      <p:sp>
        <p:nvSpPr>
          <p:cNvPr id="3" name="Picture Placeholder 7">
            <a:extLst>
              <a:ext uri="{FF2B5EF4-FFF2-40B4-BE49-F238E27FC236}">
                <a16:creationId xmlns:a16="http://schemas.microsoft.com/office/drawing/2014/main" id="{F974493F-F173-1F00-92AD-843885FB6183}"/>
              </a:ext>
            </a:extLst>
          </p:cNvPr>
          <p:cNvSpPr>
            <a:spLocks noGrp="1"/>
          </p:cNvSpPr>
          <p:nvPr>
            <p:ph type="pic" sz="quarter" idx="11" hasCustomPrompt="1"/>
          </p:nvPr>
        </p:nvSpPr>
        <p:spPr>
          <a:xfrm>
            <a:off x="345600" y="343496"/>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2523868676"/>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5">
    <p:spTree>
      <p:nvGrpSpPr>
        <p:cNvPr id="1" name=""/>
        <p:cNvGrpSpPr/>
        <p:nvPr/>
      </p:nvGrpSpPr>
      <p:grpSpPr>
        <a:xfrm>
          <a:off x="0" y="0"/>
          <a:ext cx="0" cy="0"/>
          <a:chOff x="0" y="0"/>
          <a:chExt cx="0" cy="0"/>
        </a:xfrm>
      </p:grpSpPr>
      <p:pic>
        <p:nvPicPr>
          <p:cNvPr id="4" name="Picture 3" descr="Close-up of hands cutting a plant&#10;&#10;Description automatically generated">
            <a:extLst>
              <a:ext uri="{FF2B5EF4-FFF2-40B4-BE49-F238E27FC236}">
                <a16:creationId xmlns:a16="http://schemas.microsoft.com/office/drawing/2014/main" id="{C8DC821B-C317-1417-9462-5276076292D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3496"/>
            <a:ext cx="911624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3496"/>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2984108779"/>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5">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2C421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GB"/>
              <a:t>Click to edit Master title style</a:t>
            </a:r>
            <a:endParaRPr lang="en-AU"/>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1288818274"/>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Cover_style6">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3823509555"/>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6">
    <p:spTree>
      <p:nvGrpSpPr>
        <p:cNvPr id="1" name=""/>
        <p:cNvGrpSpPr/>
        <p:nvPr/>
      </p:nvGrpSpPr>
      <p:grpSpPr>
        <a:xfrm>
          <a:off x="0" y="0"/>
          <a:ext cx="0" cy="0"/>
          <a:chOff x="0" y="0"/>
          <a:chExt cx="0" cy="0"/>
        </a:xfrm>
      </p:grpSpPr>
      <p:pic>
        <p:nvPicPr>
          <p:cNvPr id="11" name="Picture 10" descr="A building with a large building and a green field&#10;&#10;Description automatically generated with medium confidence">
            <a:extLst>
              <a:ext uri="{FF2B5EF4-FFF2-40B4-BE49-F238E27FC236}">
                <a16:creationId xmlns:a16="http://schemas.microsoft.com/office/drawing/2014/main" id="{77EEB241-B6FD-9EE4-0BB0-B7F11F8418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9174466"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1305386549"/>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6">
    <p:spTree>
      <p:nvGrpSpPr>
        <p:cNvPr id="1" name=""/>
        <p:cNvGrpSpPr/>
        <p:nvPr/>
      </p:nvGrpSpPr>
      <p:grpSpPr>
        <a:xfrm>
          <a:off x="0" y="0"/>
          <a:ext cx="0" cy="0"/>
          <a:chOff x="0" y="0"/>
          <a:chExt cx="0" cy="0"/>
        </a:xfrm>
      </p:grpSpPr>
      <p:pic>
        <p:nvPicPr>
          <p:cNvPr id="9" name="Picture 8" descr="A pencil and a piece of wood&#10;&#10;Description automatically generated">
            <a:extLst>
              <a:ext uri="{FF2B5EF4-FFF2-40B4-BE49-F238E27FC236}">
                <a16:creationId xmlns:a16="http://schemas.microsoft.com/office/drawing/2014/main" id="{65E1F172-EAEE-9E3C-B801-E4B9030BEEF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6744" b="4383"/>
          <a:stretch/>
        </p:blipFill>
        <p:spPr>
          <a:xfrm>
            <a:off x="345599" y="342000"/>
            <a:ext cx="8090661"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322883178"/>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6">
    <p:spTree>
      <p:nvGrpSpPr>
        <p:cNvPr id="1" name=""/>
        <p:cNvGrpSpPr/>
        <p:nvPr/>
      </p:nvGrpSpPr>
      <p:grpSpPr>
        <a:xfrm>
          <a:off x="0" y="0"/>
          <a:ext cx="0" cy="0"/>
          <a:chOff x="0" y="0"/>
          <a:chExt cx="0" cy="0"/>
        </a:xfrm>
      </p:grpSpPr>
      <p:pic>
        <p:nvPicPr>
          <p:cNvPr id="11" name="Picture 10" descr="A close-up of a person holding a pair of hands&#10;&#10;Description automatically generated">
            <a:extLst>
              <a:ext uri="{FF2B5EF4-FFF2-40B4-BE49-F238E27FC236}">
                <a16:creationId xmlns:a16="http://schemas.microsoft.com/office/drawing/2014/main" id="{BE621E20-3B1D-7A47-09A7-7ADB27759E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92457"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90000" y="342000"/>
            <a:ext cx="3666846" cy="6120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FFD629"/>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575751953"/>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6">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78000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GB"/>
              <a:t>Click to edit Master title style</a:t>
            </a:r>
            <a:endParaRPr lang="en-AU"/>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2422108170"/>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Cover_style7">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rgbClr val="73234B"/>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EB7BB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1818180457"/>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7">
    <p:spTree>
      <p:nvGrpSpPr>
        <p:cNvPr id="1" name=""/>
        <p:cNvGrpSpPr/>
        <p:nvPr/>
      </p:nvGrpSpPr>
      <p:grpSpPr>
        <a:xfrm>
          <a:off x="0" y="0"/>
          <a:ext cx="0" cy="0"/>
          <a:chOff x="0" y="0"/>
          <a:chExt cx="0" cy="0"/>
        </a:xfrm>
      </p:grpSpPr>
      <p:pic>
        <p:nvPicPr>
          <p:cNvPr id="4" name="Picture 3" descr="A building with trees and grass&#10;&#10;Description automatically generated">
            <a:extLst>
              <a:ext uri="{FF2B5EF4-FFF2-40B4-BE49-F238E27FC236}">
                <a16:creationId xmlns:a16="http://schemas.microsoft.com/office/drawing/2014/main" id="{DBF2D86A-A44D-CDAE-9665-F4BFF676E9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644891"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4"/>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EB7BBE"/>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4290389504"/>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7">
    <p:spTree>
      <p:nvGrpSpPr>
        <p:cNvPr id="1" name=""/>
        <p:cNvGrpSpPr/>
        <p:nvPr/>
      </p:nvGrpSpPr>
      <p:grpSpPr>
        <a:xfrm>
          <a:off x="0" y="0"/>
          <a:ext cx="0" cy="0"/>
          <a:chOff x="0" y="0"/>
          <a:chExt cx="0" cy="0"/>
        </a:xfrm>
      </p:grpSpPr>
      <p:pic>
        <p:nvPicPr>
          <p:cNvPr id="4" name="Picture 3" descr="A multi-story building with colorful balconies&#10;&#10;Description automatically generated">
            <a:extLst>
              <a:ext uri="{FF2B5EF4-FFF2-40B4-BE49-F238E27FC236}">
                <a16:creationId xmlns:a16="http://schemas.microsoft.com/office/drawing/2014/main" id="{90EADEC2-C4A9-6F30-E874-B83B9B07C3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917999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18504"/>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EB7BBE"/>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1711483716"/>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7">
    <p:spTree>
      <p:nvGrpSpPr>
        <p:cNvPr id="1" name=""/>
        <p:cNvGrpSpPr/>
        <p:nvPr/>
      </p:nvGrpSpPr>
      <p:grpSpPr>
        <a:xfrm>
          <a:off x="0" y="0"/>
          <a:ext cx="0" cy="0"/>
          <a:chOff x="0" y="0"/>
          <a:chExt cx="0" cy="0"/>
        </a:xfrm>
      </p:grpSpPr>
      <p:pic>
        <p:nvPicPr>
          <p:cNvPr id="4" name="Picture 3" descr="A person holding a file&#10;&#10;Description automatically generated">
            <a:extLst>
              <a:ext uri="{FF2B5EF4-FFF2-40B4-BE49-F238E27FC236}">
                <a16:creationId xmlns:a16="http://schemas.microsoft.com/office/drawing/2014/main" id="{F3379736-BE03-EE69-3641-E7C70EC45D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1999"/>
            <a:ext cx="9163400"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EB7BBE"/>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86450669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7">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rgbClr val="7323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GB"/>
              <a:t>Click to edit Master title style</a:t>
            </a:r>
            <a:endParaRPr lang="en-AU"/>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2492411636"/>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over_style8">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344487" y="342706"/>
            <a:ext cx="7387200" cy="6156000"/>
          </a:xfrm>
          <a:solidFill>
            <a:schemeClr val="bg2"/>
          </a:solidFill>
        </p:spPr>
        <p:txBody>
          <a:bodyPr lIns="180000" tIns="180000" rIns="180000" bIns="180000"/>
          <a:lstStyle>
            <a:lvl1pPr>
              <a:lnSpc>
                <a:spcPts val="5200"/>
              </a:lnSpc>
              <a:spcAft>
                <a:spcPts val="1200"/>
              </a:spcAft>
              <a:defRPr sz="4800">
                <a:solidFill>
                  <a:schemeClr val="bg1"/>
                </a:solidFill>
              </a:defRPr>
            </a:lvl1pPr>
            <a:lvl2pPr marL="0" indent="0">
              <a:lnSpc>
                <a:spcPts val="4000"/>
              </a:lnSpc>
              <a:spcAft>
                <a:spcPts val="1200"/>
              </a:spcAft>
              <a:buNone/>
              <a:defRPr sz="3600">
                <a:solidFill>
                  <a:schemeClr val="bg1"/>
                </a:solidFill>
              </a:defRPr>
            </a:lvl2pPr>
            <a:lvl3pPr marL="0" indent="0">
              <a:lnSpc>
                <a:spcPts val="2000"/>
              </a:lnSpc>
              <a:spcAft>
                <a:spcPts val="1200"/>
              </a:spcAft>
              <a:buNone/>
              <a:defRPr sz="1800">
                <a:solidFill>
                  <a:schemeClr val="bg1"/>
                </a:solidFill>
              </a:defRPr>
            </a:lvl3pPr>
            <a:lvl4pPr marL="0" indent="0">
              <a:lnSpc>
                <a:spcPts val="2000"/>
              </a:lnSpc>
              <a:spcAft>
                <a:spcPts val="1200"/>
              </a:spcAft>
              <a:buNone/>
              <a:defRPr sz="1800">
                <a:solidFill>
                  <a:schemeClr val="bg1"/>
                </a:solidFill>
              </a:defRPr>
            </a:lvl4pPr>
            <a:lvl5pPr marL="0" indent="0">
              <a:lnSpc>
                <a:spcPts val="2000"/>
              </a:lnSpc>
              <a:spcAft>
                <a:spcPts val="1200"/>
              </a:spcAft>
              <a:buNone/>
              <a:defRPr sz="1800">
                <a:solidFill>
                  <a:schemeClr val="bg1"/>
                </a:solidFill>
              </a:defRPr>
            </a:lvl5pPr>
            <a:lvl6pPr marL="0" indent="0">
              <a:lnSpc>
                <a:spcPts val="2000"/>
              </a:lnSpc>
              <a:spcAft>
                <a:spcPts val="1200"/>
              </a:spcAft>
              <a:buNone/>
              <a:defRPr sz="1800">
                <a:solidFill>
                  <a:schemeClr val="bg1"/>
                </a:solidFill>
              </a:defRPr>
            </a:lvl6pPr>
            <a:lvl7pPr marL="0" indent="0">
              <a:lnSpc>
                <a:spcPts val="2000"/>
              </a:lnSpc>
              <a:spcAft>
                <a:spcPts val="1200"/>
              </a:spcAft>
              <a:buNone/>
              <a:defRPr sz="1800">
                <a:solidFill>
                  <a:schemeClr val="bg1"/>
                </a:solidFill>
              </a:defRPr>
            </a:lvl7pPr>
            <a:lvl8pPr marL="0" indent="0">
              <a:lnSpc>
                <a:spcPts val="2000"/>
              </a:lnSpc>
              <a:spcAft>
                <a:spcPts val="1200"/>
              </a:spcAft>
              <a:buNone/>
              <a:defRPr sz="1800">
                <a:solidFill>
                  <a:schemeClr val="bg1"/>
                </a:solidFill>
              </a:defRPr>
            </a:lvl8pPr>
            <a:lvl9pPr marL="0" indent="0">
              <a:lnSpc>
                <a:spcPts val="2000"/>
              </a:lnSpc>
              <a:spcAft>
                <a:spcPts val="1200"/>
              </a:spcAft>
              <a:buNone/>
              <a:defRPr sz="18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12" name="Text Placeholder 11">
            <a:extLst>
              <a:ext uri="{FF2B5EF4-FFF2-40B4-BE49-F238E27FC236}">
                <a16:creationId xmlns:a16="http://schemas.microsoft.com/office/drawing/2014/main" id="{387ED941-9C27-8A50-85FC-20C808963583}"/>
              </a:ext>
            </a:extLst>
          </p:cNvPr>
          <p:cNvSpPr>
            <a:spLocks noGrp="1"/>
          </p:cNvSpPr>
          <p:nvPr>
            <p:ph type="body" sz="quarter" idx="13" hasCustomPrompt="1"/>
          </p:nvPr>
        </p:nvSpPr>
        <p:spPr>
          <a:xfrm>
            <a:off x="7731687" y="342705"/>
            <a:ext cx="2055998" cy="2052000"/>
          </a:xfrm>
          <a:solidFill>
            <a:schemeClr val="accent1"/>
          </a:solidFill>
        </p:spPr>
        <p:txBody>
          <a:bodyPr lIns="180000" tIns="144000" rIns="144000" bIns="144000"/>
          <a:lstStyle>
            <a:lvl1pPr marL="0">
              <a:lnSpc>
                <a:spcPts val="1400"/>
              </a:lnSpc>
              <a:spcAft>
                <a:spcPts val="0"/>
              </a:spcAft>
              <a:buFontTx/>
              <a:buNone/>
              <a:defRPr sz="1200" b="1">
                <a:solidFill>
                  <a:schemeClr val="bg1"/>
                </a:solidFill>
              </a:defRPr>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pic>
        <p:nvPicPr>
          <p:cNvPr id="5" name="Picture Placeholder 6" descr="Logo&#10;&#10;Description automatically generated">
            <a:extLst>
              <a:ext uri="{FF2B5EF4-FFF2-40B4-BE49-F238E27FC236}">
                <a16:creationId xmlns:a16="http://schemas.microsoft.com/office/drawing/2014/main" id="{A828604B-3603-BCC0-A1CC-EE9580EA76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 b="231"/>
          <a:stretch/>
        </p:blipFill>
        <p:spPr>
          <a:xfrm>
            <a:off x="9786409" y="342705"/>
            <a:ext cx="2061103" cy="2051245"/>
          </a:xfrm>
          <a:prstGeom prst="rect">
            <a:avLst/>
          </a:prstGeom>
        </p:spPr>
      </p:pic>
      <p:sp>
        <p:nvSpPr>
          <p:cNvPr id="7" name="Rectangle 6">
            <a:extLst>
              <a:ext uri="{FF2B5EF4-FFF2-40B4-BE49-F238E27FC236}">
                <a16:creationId xmlns:a16="http://schemas.microsoft.com/office/drawing/2014/main" id="{6C306A53-79D6-EF39-3A6D-59F43F40207C}"/>
              </a:ext>
            </a:extLst>
          </p:cNvPr>
          <p:cNvSpPr/>
          <p:nvPr userDrawn="1"/>
        </p:nvSpPr>
        <p:spPr>
          <a:xfrm>
            <a:off x="7731687" y="2393950"/>
            <a:ext cx="4115825" cy="4104756"/>
          </a:xfrm>
          <a:prstGeom prst="rect">
            <a:avLst/>
          </a:prstGeom>
          <a:solidFill>
            <a:srgbClr val="C8C8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2" name="Picture Placeholder 3">
            <a:extLst>
              <a:ext uri="{FF2B5EF4-FFF2-40B4-BE49-F238E27FC236}">
                <a16:creationId xmlns:a16="http://schemas.microsoft.com/office/drawing/2014/main" id="{64F25102-8019-71BA-8F07-A5D0AFCC24B8}"/>
              </a:ext>
            </a:extLst>
          </p:cNvPr>
          <p:cNvSpPr>
            <a:spLocks noGrp="1"/>
          </p:cNvSpPr>
          <p:nvPr>
            <p:ph type="pic" sz="quarter" idx="14" hasCustomPrompt="1"/>
          </p:nvPr>
        </p:nvSpPr>
        <p:spPr>
          <a:xfrm>
            <a:off x="54133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3" name="Picture Placeholder 3">
            <a:extLst>
              <a:ext uri="{FF2B5EF4-FFF2-40B4-BE49-F238E27FC236}">
                <a16:creationId xmlns:a16="http://schemas.microsoft.com/office/drawing/2014/main" id="{D7C73486-B521-47A0-AF9D-6971811ACFA4}"/>
              </a:ext>
            </a:extLst>
          </p:cNvPr>
          <p:cNvSpPr>
            <a:spLocks noGrp="1"/>
          </p:cNvSpPr>
          <p:nvPr>
            <p:ph type="pic" sz="quarter" idx="15" hasCustomPrompt="1"/>
          </p:nvPr>
        </p:nvSpPr>
        <p:spPr>
          <a:xfrm>
            <a:off x="258579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4" name="Picture Placeholder 3">
            <a:extLst>
              <a:ext uri="{FF2B5EF4-FFF2-40B4-BE49-F238E27FC236}">
                <a16:creationId xmlns:a16="http://schemas.microsoft.com/office/drawing/2014/main" id="{C5047982-B5C9-3137-D959-134494D799BE}"/>
              </a:ext>
            </a:extLst>
          </p:cNvPr>
          <p:cNvSpPr>
            <a:spLocks noGrp="1"/>
          </p:cNvSpPr>
          <p:nvPr>
            <p:ph type="pic" sz="quarter" idx="16" hasCustomPrompt="1"/>
          </p:nvPr>
        </p:nvSpPr>
        <p:spPr>
          <a:xfrm>
            <a:off x="4630256" y="5094185"/>
            <a:ext cx="1755195" cy="809625"/>
          </a:xfrm>
        </p:spPr>
        <p:txBody>
          <a:bodyPr anchor="ctr" anchorCtr="0"/>
          <a:lstStyle>
            <a:lvl1pPr algn="ctr">
              <a:lnSpc>
                <a:spcPts val="1600"/>
              </a:lnSpc>
              <a:defRPr sz="1400">
                <a:solidFill>
                  <a:schemeClr val="bg1"/>
                </a:solidFill>
              </a:defRPr>
            </a:lvl1pPr>
          </a:lstStyle>
          <a:p>
            <a:r>
              <a:rPr lang="en-AU"/>
              <a:t>Click icon to Insert Partner logo </a:t>
            </a:r>
          </a:p>
        </p:txBody>
      </p:sp>
      <p:sp>
        <p:nvSpPr>
          <p:cNvPr id="8" name="Text Placeholder 10">
            <a:extLst>
              <a:ext uri="{FF2B5EF4-FFF2-40B4-BE49-F238E27FC236}">
                <a16:creationId xmlns:a16="http://schemas.microsoft.com/office/drawing/2014/main" id="{28B770AB-4E41-97A4-BC8B-8232D6165CC4}"/>
              </a:ext>
            </a:extLst>
          </p:cNvPr>
          <p:cNvSpPr>
            <a:spLocks noGrp="1"/>
          </p:cNvSpPr>
          <p:nvPr>
            <p:ph type="body" sz="quarter" idx="17"/>
          </p:nvPr>
        </p:nvSpPr>
        <p:spPr>
          <a:xfrm>
            <a:off x="541335" y="5993730"/>
            <a:ext cx="5844115" cy="405600"/>
          </a:xfrm>
        </p:spPr>
        <p:txBody>
          <a:bodyPr/>
          <a:lstStyle>
            <a:lvl1pPr marL="0">
              <a:lnSpc>
                <a:spcPts val="1600"/>
              </a:lnSpc>
              <a:spcAft>
                <a:spcPts val="0"/>
              </a:spcAft>
              <a:buFontTx/>
              <a:buNone/>
              <a:defRPr sz="1400">
                <a:solidFill>
                  <a:schemeClr val="bg1"/>
                </a:solidFill>
              </a:defRPr>
            </a:lvl1pPr>
            <a:lvl2pPr marL="0">
              <a:lnSpc>
                <a:spcPts val="1600"/>
              </a:lnSpc>
              <a:spcAft>
                <a:spcPts val="0"/>
              </a:spcAft>
              <a:buFontTx/>
              <a:buNone/>
              <a:defRPr sz="1400">
                <a:solidFill>
                  <a:schemeClr val="bg1"/>
                </a:solidFill>
              </a:defRPr>
            </a:lvl2pPr>
            <a:lvl3pPr marL="0" indent="0">
              <a:lnSpc>
                <a:spcPts val="1600"/>
              </a:lnSpc>
              <a:spcAft>
                <a:spcPts val="0"/>
              </a:spcAft>
              <a:buFontTx/>
              <a:buNone/>
              <a:defRPr sz="1400">
                <a:solidFill>
                  <a:schemeClr val="bg1"/>
                </a:solidFill>
              </a:defRPr>
            </a:lvl3pPr>
            <a:lvl4pPr marL="0" indent="0">
              <a:lnSpc>
                <a:spcPts val="1600"/>
              </a:lnSpc>
              <a:spcAft>
                <a:spcPts val="0"/>
              </a:spcAft>
              <a:buFontTx/>
              <a:buNone/>
              <a:defRPr sz="1400">
                <a:solidFill>
                  <a:schemeClr val="bg1"/>
                </a:solidFill>
              </a:defRPr>
            </a:lvl4pPr>
            <a:lvl5pPr marL="0" indent="0">
              <a:lnSpc>
                <a:spcPts val="1600"/>
              </a:lnSpc>
              <a:spcAft>
                <a:spcPts val="0"/>
              </a:spcAft>
              <a:buFontTx/>
              <a:buNone/>
              <a:defRPr sz="1400">
                <a:solidFill>
                  <a:schemeClr val="bg1"/>
                </a:solidFill>
              </a:defRPr>
            </a:lvl5pPr>
            <a:lvl6pPr marL="0" indent="0">
              <a:lnSpc>
                <a:spcPts val="1600"/>
              </a:lnSpc>
              <a:spcAft>
                <a:spcPts val="0"/>
              </a:spcAft>
              <a:buFontTx/>
              <a:buNone/>
              <a:defRPr sz="1400">
                <a:solidFill>
                  <a:schemeClr val="bg1"/>
                </a:solidFill>
              </a:defRPr>
            </a:lvl6pPr>
            <a:lvl7pPr marL="0" indent="0">
              <a:lnSpc>
                <a:spcPts val="1600"/>
              </a:lnSpc>
              <a:spcAft>
                <a:spcPts val="0"/>
              </a:spcAft>
              <a:buFontTx/>
              <a:buNone/>
              <a:defRPr sz="1400">
                <a:solidFill>
                  <a:schemeClr val="bg1"/>
                </a:solidFill>
              </a:defRPr>
            </a:lvl7pPr>
            <a:lvl8pPr marL="0" indent="0">
              <a:lnSpc>
                <a:spcPts val="1600"/>
              </a:lnSpc>
              <a:spcAft>
                <a:spcPts val="0"/>
              </a:spcAft>
              <a:buFontTx/>
              <a:buNone/>
              <a:defRPr sz="1400">
                <a:solidFill>
                  <a:schemeClr val="bg1"/>
                </a:solidFill>
              </a:defRPr>
            </a:lvl8pPr>
            <a:lvl9pPr marL="0" indent="0">
              <a:lnSpc>
                <a:spcPts val="1600"/>
              </a:lnSpc>
              <a:spcAft>
                <a:spcPts val="0"/>
              </a:spcAft>
              <a:buFontTx/>
              <a:buNone/>
              <a:defRPr sz="14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400154552"/>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_with image1_style8">
    <p:spTree>
      <p:nvGrpSpPr>
        <p:cNvPr id="1" name=""/>
        <p:cNvGrpSpPr/>
        <p:nvPr/>
      </p:nvGrpSpPr>
      <p:grpSpPr>
        <a:xfrm>
          <a:off x="0" y="0"/>
          <a:ext cx="0" cy="0"/>
          <a:chOff x="0" y="0"/>
          <a:chExt cx="0" cy="0"/>
        </a:xfrm>
      </p:grpSpPr>
      <p:pic>
        <p:nvPicPr>
          <p:cNvPr id="4" name="Picture 3" descr="A person walking past a building&#10;&#10;Description automatically generated">
            <a:extLst>
              <a:ext uri="{FF2B5EF4-FFF2-40B4-BE49-F238E27FC236}">
                <a16:creationId xmlns:a16="http://schemas.microsoft.com/office/drawing/2014/main" id="{D5753130-04CA-4F8F-7BD2-B29CCF71AB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599" y="342000"/>
            <a:ext cx="9165358"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1810767275"/>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ivider_with image2_style8">
    <p:spTree>
      <p:nvGrpSpPr>
        <p:cNvPr id="1" name=""/>
        <p:cNvGrpSpPr/>
        <p:nvPr/>
      </p:nvGrpSpPr>
      <p:grpSpPr>
        <a:xfrm>
          <a:off x="0" y="0"/>
          <a:ext cx="0" cy="0"/>
          <a:chOff x="0" y="0"/>
          <a:chExt cx="0" cy="0"/>
        </a:xfrm>
      </p:grpSpPr>
      <p:pic>
        <p:nvPicPr>
          <p:cNvPr id="9" name="Picture 8" descr="A sculpture outside of a building&#10;&#10;Description automatically generated">
            <a:extLst>
              <a:ext uri="{FF2B5EF4-FFF2-40B4-BE49-F238E27FC236}">
                <a16:creationId xmlns:a16="http://schemas.microsoft.com/office/drawing/2014/main" id="{5BC26AC2-AAA3-E94F-770E-788A91004B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2000"/>
            <a:ext cx="8303936"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2942469683"/>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Divider_with image3_style8">
    <p:spTree>
      <p:nvGrpSpPr>
        <p:cNvPr id="1" name=""/>
        <p:cNvGrpSpPr/>
        <p:nvPr/>
      </p:nvGrpSpPr>
      <p:grpSpPr>
        <a:xfrm>
          <a:off x="0" y="0"/>
          <a:ext cx="0" cy="0"/>
          <a:chOff x="0" y="0"/>
          <a:chExt cx="0" cy="0"/>
        </a:xfrm>
      </p:grpSpPr>
      <p:pic>
        <p:nvPicPr>
          <p:cNvPr id="4" name="Picture 3" descr="A person cleaning a surface&#10;&#10;Description automatically generated">
            <a:extLst>
              <a:ext uri="{FF2B5EF4-FFF2-40B4-BE49-F238E27FC236}">
                <a16:creationId xmlns:a16="http://schemas.microsoft.com/office/drawing/2014/main" id="{F496D6BF-DBBA-5AEF-EF97-08D170EF1C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5600" y="341999"/>
            <a:ext cx="9102391" cy="6120000"/>
          </a:xfrm>
          <a:prstGeom prst="rect">
            <a:avLst/>
          </a:prstGeom>
        </p:spPr>
      </p:pic>
      <p:sp>
        <p:nvSpPr>
          <p:cNvPr id="8" name="Picture Placeholder 7">
            <a:extLst>
              <a:ext uri="{FF2B5EF4-FFF2-40B4-BE49-F238E27FC236}">
                <a16:creationId xmlns:a16="http://schemas.microsoft.com/office/drawing/2014/main" id="{3DB6CE05-8B75-3CF7-8BC7-87753BDD5131}"/>
              </a:ext>
            </a:extLst>
          </p:cNvPr>
          <p:cNvSpPr>
            <a:spLocks noGrp="1"/>
          </p:cNvSpPr>
          <p:nvPr>
            <p:ph type="pic" sz="quarter" idx="11" hasCustomPrompt="1"/>
          </p:nvPr>
        </p:nvSpPr>
        <p:spPr>
          <a:xfrm>
            <a:off x="345600" y="342000"/>
            <a:ext cx="7844400" cy="6118504"/>
          </a:xfrm>
        </p:spPr>
        <p:txBody>
          <a:bodyPr anchor="ctr" anchorCtr="0"/>
          <a:lstStyle>
            <a:lvl1pPr algn="ctr">
              <a:defRPr>
                <a:solidFill>
                  <a:srgbClr val="C00000"/>
                </a:solidFill>
              </a:defRPr>
            </a:lvl1pPr>
          </a:lstStyle>
          <a:p>
            <a:r>
              <a:rPr lang="en-AU"/>
              <a:t>Click here to insert Image</a:t>
            </a:r>
          </a:p>
        </p:txBody>
      </p:sp>
      <p:sp>
        <p:nvSpPr>
          <p:cNvPr id="2" name="Rectangle 1">
            <a:extLst>
              <a:ext uri="{FF2B5EF4-FFF2-40B4-BE49-F238E27FC236}">
                <a16:creationId xmlns:a16="http://schemas.microsoft.com/office/drawing/2014/main" id="{ECAB7617-3B2D-B71C-77FF-ACD3A548A032}"/>
              </a:ext>
            </a:extLst>
          </p:cNvPr>
          <p:cNvSpPr/>
          <p:nvPr userDrawn="1"/>
        </p:nvSpPr>
        <p:spPr>
          <a:xfrm>
            <a:off x="8189904" y="342000"/>
            <a:ext cx="3666846" cy="61207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pic>
        <p:nvPicPr>
          <p:cNvPr id="5" name="Picture Placeholder 10" descr="Logo&#10;&#10;Description automatically generated">
            <a:extLst>
              <a:ext uri="{FF2B5EF4-FFF2-40B4-BE49-F238E27FC236}">
                <a16:creationId xmlns:a16="http://schemas.microsoft.com/office/drawing/2014/main" id="{E62A33BC-03A6-C8A1-9C41-41066E1C7A1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
        <p:nvSpPr>
          <p:cNvPr id="7" name="Text Placeholder 11">
            <a:extLst>
              <a:ext uri="{FF2B5EF4-FFF2-40B4-BE49-F238E27FC236}">
                <a16:creationId xmlns:a16="http://schemas.microsoft.com/office/drawing/2014/main" id="{690C4421-083D-FF6F-7F5B-D334A594F9E6}"/>
              </a:ext>
            </a:extLst>
          </p:cNvPr>
          <p:cNvSpPr>
            <a:spLocks noGrp="1"/>
          </p:cNvSpPr>
          <p:nvPr>
            <p:ph type="body" sz="quarter" idx="13" hasCustomPrompt="1"/>
          </p:nvPr>
        </p:nvSpPr>
        <p:spPr>
          <a:xfrm>
            <a:off x="10641504" y="1567524"/>
            <a:ext cx="1215246" cy="1224000"/>
          </a:xfrm>
          <a:solidFill>
            <a:srgbClr val="C8C8C8"/>
          </a:solidFill>
        </p:spPr>
        <p:txBody>
          <a:bodyPr lIns="180000" tIns="144000" rIns="144000" bIns="144000"/>
          <a:lstStyle>
            <a:lvl1pPr marL="0">
              <a:lnSpc>
                <a:spcPts val="1400"/>
              </a:lnSpc>
              <a:spcAft>
                <a:spcPts val="0"/>
              </a:spcAft>
              <a:buFontTx/>
              <a:buNone/>
              <a:defRPr sz="1200" b="1"/>
            </a:lvl1pPr>
            <a:lvl2pPr marL="0">
              <a:lnSpc>
                <a:spcPts val="1400"/>
              </a:lnSpc>
              <a:spcAft>
                <a:spcPts val="0"/>
              </a:spcAft>
              <a:buFontTx/>
              <a:buNone/>
              <a:defRPr sz="1200" b="1"/>
            </a:lvl2pPr>
            <a:lvl3pPr marL="0" indent="0">
              <a:lnSpc>
                <a:spcPts val="1400"/>
              </a:lnSpc>
              <a:spcAft>
                <a:spcPts val="0"/>
              </a:spcAft>
              <a:buFontTx/>
              <a:buNone/>
              <a:defRPr sz="1200" b="1"/>
            </a:lvl3pPr>
            <a:lvl4pPr marL="0" indent="0">
              <a:lnSpc>
                <a:spcPts val="1400"/>
              </a:lnSpc>
              <a:spcAft>
                <a:spcPts val="0"/>
              </a:spcAft>
              <a:buFontTx/>
              <a:buNone/>
              <a:defRPr sz="1200" b="1"/>
            </a:lvl4pPr>
            <a:lvl5pPr marL="0" indent="0">
              <a:lnSpc>
                <a:spcPts val="1400"/>
              </a:lnSpc>
              <a:spcAft>
                <a:spcPts val="0"/>
              </a:spcAft>
              <a:buFontTx/>
              <a:buNone/>
              <a:defRPr sz="1200" b="1"/>
            </a:lvl5pPr>
            <a:lvl6pPr marL="0" indent="0">
              <a:lnSpc>
                <a:spcPts val="1400"/>
              </a:lnSpc>
              <a:spcAft>
                <a:spcPts val="0"/>
              </a:spcAft>
              <a:buFontTx/>
              <a:buNone/>
              <a:defRPr sz="1200" b="1"/>
            </a:lvl6pPr>
            <a:lvl7pPr marL="0" indent="0">
              <a:lnSpc>
                <a:spcPts val="1400"/>
              </a:lnSpc>
              <a:spcAft>
                <a:spcPts val="0"/>
              </a:spcAft>
              <a:buFontTx/>
              <a:buNone/>
              <a:defRPr sz="1200" b="1"/>
            </a:lvl7pPr>
            <a:lvl8pPr marL="0" indent="0">
              <a:lnSpc>
                <a:spcPts val="1400"/>
              </a:lnSpc>
              <a:spcAft>
                <a:spcPts val="0"/>
              </a:spcAft>
              <a:buFontTx/>
              <a:buNone/>
              <a:defRPr sz="1200" b="1"/>
            </a:lvl8pPr>
            <a:lvl9pPr marL="0" indent="0">
              <a:lnSpc>
                <a:spcPts val="1400"/>
              </a:lnSpc>
              <a:spcAft>
                <a:spcPts val="0"/>
              </a:spcAft>
              <a:buFontTx/>
              <a:buNone/>
              <a:defRPr sz="1200" b="1"/>
            </a:lvl9pPr>
          </a:lstStyle>
          <a:p>
            <a:pPr lvl="0"/>
            <a:r>
              <a:rPr lang="en-US"/>
              <a:t>[Insert Identifier]</a:t>
            </a:r>
          </a:p>
        </p:txBody>
      </p:sp>
      <p:sp>
        <p:nvSpPr>
          <p:cNvPr id="6" name="Text Placeholder 5">
            <a:extLst>
              <a:ext uri="{FF2B5EF4-FFF2-40B4-BE49-F238E27FC236}">
                <a16:creationId xmlns:a16="http://schemas.microsoft.com/office/drawing/2014/main" id="{7851623C-3CAA-6B21-12BC-B4C629FFFAE3}"/>
              </a:ext>
            </a:extLst>
          </p:cNvPr>
          <p:cNvSpPr>
            <a:spLocks noGrp="1"/>
          </p:cNvSpPr>
          <p:nvPr>
            <p:ph type="body" sz="quarter" idx="10"/>
          </p:nvPr>
        </p:nvSpPr>
        <p:spPr>
          <a:xfrm>
            <a:off x="8190000" y="342000"/>
            <a:ext cx="2436888" cy="2449524"/>
          </a:xfrm>
          <a:noFill/>
        </p:spPr>
        <p:txBody>
          <a:bodyPr lIns="144000" tIns="144000" rIns="144000" bIns="144000"/>
          <a:lstStyle>
            <a:lvl1pPr>
              <a:lnSpc>
                <a:spcPts val="2600"/>
              </a:lnSpc>
              <a:spcAft>
                <a:spcPts val="600"/>
              </a:spcAft>
              <a:defRPr sz="2400">
                <a:solidFill>
                  <a:schemeClr val="bg1"/>
                </a:solidFill>
              </a:defRPr>
            </a:lvl1pPr>
            <a:lvl2pPr marL="0" indent="0">
              <a:lnSpc>
                <a:spcPts val="1800"/>
              </a:lnSpc>
              <a:spcAft>
                <a:spcPts val="600"/>
              </a:spcAft>
              <a:buNone/>
              <a:defRPr sz="1600">
                <a:solidFill>
                  <a:schemeClr val="bg1"/>
                </a:solidFill>
              </a:defRPr>
            </a:lvl2pPr>
            <a:lvl3pPr marL="0" indent="0">
              <a:lnSpc>
                <a:spcPts val="1400"/>
              </a:lnSpc>
              <a:spcAft>
                <a:spcPts val="600"/>
              </a:spcAft>
              <a:buNone/>
              <a:defRPr sz="1200">
                <a:solidFill>
                  <a:schemeClr val="bg1"/>
                </a:solidFill>
              </a:defRPr>
            </a:lvl3pPr>
            <a:lvl4pPr marL="0" indent="0">
              <a:lnSpc>
                <a:spcPts val="1400"/>
              </a:lnSpc>
              <a:spcAft>
                <a:spcPts val="600"/>
              </a:spcAft>
              <a:buNone/>
              <a:defRPr sz="1200">
                <a:solidFill>
                  <a:schemeClr val="bg1"/>
                </a:solidFill>
              </a:defRPr>
            </a:lvl4pPr>
            <a:lvl5pPr marL="0" indent="0">
              <a:lnSpc>
                <a:spcPts val="1400"/>
              </a:lnSpc>
              <a:spcAft>
                <a:spcPts val="600"/>
              </a:spcAft>
              <a:buNone/>
              <a:defRPr sz="1200">
                <a:solidFill>
                  <a:schemeClr val="bg1"/>
                </a:solidFill>
              </a:defRPr>
            </a:lvl5pPr>
            <a:lvl6pPr marL="0" indent="0">
              <a:lnSpc>
                <a:spcPts val="1400"/>
              </a:lnSpc>
              <a:spcAft>
                <a:spcPts val="600"/>
              </a:spcAft>
              <a:buNone/>
              <a:defRPr sz="1200">
                <a:solidFill>
                  <a:schemeClr val="bg1"/>
                </a:solidFill>
              </a:defRPr>
            </a:lvl6pPr>
            <a:lvl7pPr marL="0" indent="0">
              <a:lnSpc>
                <a:spcPts val="1400"/>
              </a:lnSpc>
              <a:spcAft>
                <a:spcPts val="600"/>
              </a:spcAft>
              <a:buNone/>
              <a:defRPr sz="1200">
                <a:solidFill>
                  <a:schemeClr val="bg1"/>
                </a:solidFill>
              </a:defRPr>
            </a:lvl7pPr>
            <a:lvl8pPr marL="0" indent="0">
              <a:lnSpc>
                <a:spcPts val="1400"/>
              </a:lnSpc>
              <a:spcAft>
                <a:spcPts val="600"/>
              </a:spcAft>
              <a:buNone/>
              <a:defRPr sz="1200">
                <a:solidFill>
                  <a:schemeClr val="bg1"/>
                </a:solidFill>
              </a:defRPr>
            </a:lvl8pPr>
            <a:lvl9pPr marL="0" indent="0">
              <a:lnSpc>
                <a:spcPts val="1400"/>
              </a:lnSpc>
              <a:spcAft>
                <a:spcPts val="600"/>
              </a:spcAft>
              <a:buNone/>
              <a:defRPr sz="1200">
                <a:solidFill>
                  <a:schemeClr val="bg1"/>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1056450312"/>
      </p:ext>
    </p:extLst>
  </p:cSld>
  <p:clrMapOvr>
    <a:masterClrMapping/>
  </p:clrMapOvr>
  <p:extLst>
    <p:ext uri="{DCECCB84-F9BA-43D5-87BE-67443E8EF086}">
      <p15:sldGuideLst xmlns:p15="http://schemas.microsoft.com/office/powerpoint/2012/main">
        <p15:guide id="1" orient="horz" pos="204">
          <p15:clr>
            <a:srgbClr val="FBAE40"/>
          </p15:clr>
        </p15:guide>
        <p15:guide id="2" pos="21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Divider_no image_style8">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58A6B7-81E3-7682-FEE6-1E360727B766}"/>
              </a:ext>
            </a:extLst>
          </p:cNvPr>
          <p:cNvSpPr/>
          <p:nvPr userDrawn="1"/>
        </p:nvSpPr>
        <p:spPr>
          <a:xfrm>
            <a:off x="344884" y="342705"/>
            <a:ext cx="11511866" cy="615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a:solidFill>
                <a:schemeClr val="tx1"/>
              </a:solidFill>
            </a:endParaRPr>
          </a:p>
        </p:txBody>
      </p:sp>
      <p:sp>
        <p:nvSpPr>
          <p:cNvPr id="5" name="Title 6">
            <a:extLst>
              <a:ext uri="{FF2B5EF4-FFF2-40B4-BE49-F238E27FC236}">
                <a16:creationId xmlns:a16="http://schemas.microsoft.com/office/drawing/2014/main" id="{EEBEA266-07A0-CF95-5E3B-27E39E74A833}"/>
              </a:ext>
            </a:extLst>
          </p:cNvPr>
          <p:cNvSpPr>
            <a:spLocks noGrp="1"/>
          </p:cNvSpPr>
          <p:nvPr>
            <p:ph type="title"/>
          </p:nvPr>
        </p:nvSpPr>
        <p:spPr>
          <a:xfrm>
            <a:off x="568800" y="500400"/>
            <a:ext cx="4762800" cy="5810400"/>
          </a:xfrm>
        </p:spPr>
        <p:txBody>
          <a:bodyPr/>
          <a:lstStyle>
            <a:lvl1pPr>
              <a:lnSpc>
                <a:spcPts val="5200"/>
              </a:lnSpc>
              <a:defRPr sz="4800">
                <a:solidFill>
                  <a:schemeClr val="bg1"/>
                </a:solidFill>
              </a:defRPr>
            </a:lvl1pPr>
          </a:lstStyle>
          <a:p>
            <a:r>
              <a:rPr lang="en-GB"/>
              <a:t>Click to edit Master title style</a:t>
            </a:r>
            <a:endParaRPr lang="en-AU"/>
          </a:p>
        </p:txBody>
      </p:sp>
      <p:pic>
        <p:nvPicPr>
          <p:cNvPr id="3" name="Picture Placeholder 10" descr="Logo&#10;&#10;Description automatically generated">
            <a:extLst>
              <a:ext uri="{FF2B5EF4-FFF2-40B4-BE49-F238E27FC236}">
                <a16:creationId xmlns:a16="http://schemas.microsoft.com/office/drawing/2014/main" id="{EA2DD591-39B0-CB76-8DFD-51AB679DC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5" r="65"/>
          <a:stretch/>
        </p:blipFill>
        <p:spPr>
          <a:xfrm>
            <a:off x="10634400" y="342000"/>
            <a:ext cx="1222350" cy="1223793"/>
          </a:xfrm>
          <a:prstGeom prst="rect">
            <a:avLst/>
          </a:prstGeom>
        </p:spPr>
      </p:pic>
    </p:spTree>
    <p:extLst>
      <p:ext uri="{BB962C8B-B14F-4D97-AF65-F5344CB8AC3E}">
        <p14:creationId xmlns:p14="http://schemas.microsoft.com/office/powerpoint/2010/main" val="3314554331"/>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F5FD65-719B-D18F-F8E8-E39C71BCBD2F}"/>
              </a:ext>
            </a:extLst>
          </p:cNvPr>
          <p:cNvSpPr>
            <a:spLocks noGrp="1"/>
          </p:cNvSpPr>
          <p:nvPr>
            <p:ph type="title"/>
          </p:nvPr>
        </p:nvSpPr>
        <p:spPr/>
        <p:txBody>
          <a:bodyPr/>
          <a:lstStyle/>
          <a:p>
            <a:r>
              <a:rPr lang="en-GB"/>
              <a:t>Click to edit Master title style</a:t>
            </a:r>
            <a:endParaRPr lang="en-AU"/>
          </a:p>
        </p:txBody>
      </p:sp>
      <p:sp>
        <p:nvSpPr>
          <p:cNvPr id="2" name="Footer Placeholder 1">
            <a:extLst>
              <a:ext uri="{FF2B5EF4-FFF2-40B4-BE49-F238E27FC236}">
                <a16:creationId xmlns:a16="http://schemas.microsoft.com/office/drawing/2014/main" id="{AEAC15A5-6D74-A5DE-3613-65783B641150}"/>
              </a:ext>
            </a:extLst>
          </p:cNvPr>
          <p:cNvSpPr>
            <a:spLocks noGrp="1"/>
          </p:cNvSpPr>
          <p:nvPr>
            <p:ph type="ftr" sz="quarter" idx="13"/>
          </p:nvPr>
        </p:nvSpPr>
        <p:spPr/>
        <p:txBody>
          <a:bodyPr/>
          <a:lstStyle/>
          <a:p>
            <a:r>
              <a:rPr lang="en-AU"/>
              <a:t>[Insert Identifier] | [Insert Report Title]</a:t>
            </a:r>
          </a:p>
        </p:txBody>
      </p:sp>
      <p:sp>
        <p:nvSpPr>
          <p:cNvPr id="4" name="Slide Number Placeholder 3">
            <a:extLst>
              <a:ext uri="{FF2B5EF4-FFF2-40B4-BE49-F238E27FC236}">
                <a16:creationId xmlns:a16="http://schemas.microsoft.com/office/drawing/2014/main" id="{435F3ED5-6AAA-3BC2-D5BA-F3F1F1F148E4}"/>
              </a:ext>
            </a:extLst>
          </p:cNvPr>
          <p:cNvSpPr>
            <a:spLocks noGrp="1"/>
          </p:cNvSpPr>
          <p:nvPr>
            <p:ph type="sldNum" sz="quarter" idx="14"/>
          </p:nvPr>
        </p:nvSpPr>
        <p:spPr/>
        <p:txBody>
          <a:bodyPr/>
          <a:lstStyle/>
          <a:p>
            <a:r>
              <a:rPr lang="en-AU"/>
              <a:t>Page [</a:t>
            </a:r>
            <a:fld id="{29D5CE74-914C-4689-99FC-1AEF49CE2B47}" type="slidenum">
              <a:rPr smtClean="0"/>
              <a:pPr/>
              <a:t>‹#›</a:t>
            </a:fld>
            <a:r>
              <a:t>]</a:t>
            </a:r>
            <a:endParaRPr lang="en-AU"/>
          </a:p>
        </p:txBody>
      </p:sp>
    </p:spTree>
    <p:extLst>
      <p:ext uri="{BB962C8B-B14F-4D97-AF65-F5344CB8AC3E}">
        <p14:creationId xmlns:p14="http://schemas.microsoft.com/office/powerpoint/2010/main" val="54654793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67260" y="6437192"/>
            <a:ext cx="1579139" cy="216000"/>
          </a:xfrm>
          <a:prstGeom prst="rect">
            <a:avLst/>
          </a:prstGeom>
        </p:spPr>
        <p:txBody>
          <a:bodyPr vert="horz" lIns="0" tIns="0" rIns="0" bIns="0" rtlCol="0" anchor="ctr"/>
          <a:lstStyle>
            <a:lvl1pPr algn="r">
              <a:lnSpc>
                <a:spcPts val="1200"/>
              </a:lnSpc>
              <a:defRPr lang="en-AU" sz="1000" b="1" smtClean="0">
                <a:solidFill>
                  <a:schemeClr val="bg2"/>
                </a:solidFill>
                <a:latin typeface="+mn-lt"/>
                <a:cs typeface="Arial" pitchFamily="34" charset="0"/>
              </a:defRPr>
            </a:lvl1pPr>
          </a:lstStyle>
          <a:p>
            <a:r>
              <a:rPr lang="en-AU"/>
              <a:t>Page [</a:t>
            </a:r>
            <a:fld id="{29D5CE74-914C-4689-99FC-1AEF49CE2B47}" type="slidenum">
              <a:rPr smtClean="0"/>
              <a:pPr/>
              <a:t>‹#›</a:t>
            </a:fld>
            <a:r>
              <a:t>]</a:t>
            </a:r>
            <a:endParaRPr lang="en-AU"/>
          </a:p>
        </p:txBody>
      </p:sp>
      <p:sp>
        <p:nvSpPr>
          <p:cNvPr id="4" name="Footer Placeholder 3">
            <a:extLst>
              <a:ext uri="{FF2B5EF4-FFF2-40B4-BE49-F238E27FC236}">
                <a16:creationId xmlns:a16="http://schemas.microsoft.com/office/drawing/2014/main" id="{D379F384-E22A-4C04-2D3F-76823C04012A}"/>
              </a:ext>
            </a:extLst>
          </p:cNvPr>
          <p:cNvSpPr>
            <a:spLocks noGrp="1"/>
          </p:cNvSpPr>
          <p:nvPr>
            <p:ph type="ftr" sz="quarter" idx="3"/>
          </p:nvPr>
        </p:nvSpPr>
        <p:spPr>
          <a:xfrm>
            <a:off x="345600" y="6437192"/>
            <a:ext cx="4114800" cy="216000"/>
          </a:xfrm>
          <a:prstGeom prst="rect">
            <a:avLst/>
          </a:prstGeom>
        </p:spPr>
        <p:txBody>
          <a:bodyPr vert="horz" lIns="0" tIns="0" rIns="0" bIns="0" rtlCol="0" anchor="ctr"/>
          <a:lstStyle>
            <a:lvl1pPr algn="l">
              <a:lnSpc>
                <a:spcPts val="1200"/>
              </a:lnSpc>
              <a:defRPr sz="1000" b="1">
                <a:solidFill>
                  <a:schemeClr val="bg2"/>
                </a:solidFill>
              </a:defRPr>
            </a:lvl1pPr>
          </a:lstStyle>
          <a:p>
            <a:r>
              <a:rPr lang="en-AU"/>
              <a:t>[Insert Identifier] | [Insert Report Title]</a:t>
            </a:r>
          </a:p>
        </p:txBody>
      </p:sp>
      <p:sp>
        <p:nvSpPr>
          <p:cNvPr id="3" name="Text Placeholder 2"/>
          <p:cNvSpPr>
            <a:spLocks noGrp="1"/>
          </p:cNvSpPr>
          <p:nvPr>
            <p:ph type="body" idx="1"/>
          </p:nvPr>
        </p:nvSpPr>
        <p:spPr>
          <a:xfrm>
            <a:off x="345600" y="1870255"/>
            <a:ext cx="11501912" cy="4273200"/>
          </a:xfrm>
          <a:prstGeom prst="rect">
            <a:avLst/>
          </a:prstGeom>
        </p:spPr>
        <p:txBody>
          <a:bodyPr vert="horz" lIns="0" tIns="0" rIns="0" bIns="0" rtlCol="0">
            <a:noAutofit/>
          </a:bodyPr>
          <a:lstStyle/>
          <a:p>
            <a:pPr lvl="0"/>
            <a:r>
              <a:rPr lang="en-AU" noProof="0"/>
              <a:t>Use the increase/decrease list level buttons to change styles</a:t>
            </a:r>
          </a:p>
          <a:p>
            <a:pPr lvl="1"/>
            <a:r>
              <a:rPr lang="en-AU" noProof="0"/>
              <a:t>Second level</a:t>
            </a:r>
          </a:p>
          <a:p>
            <a:pPr lvl="2"/>
            <a:r>
              <a:rPr lang="en-AU" noProof="0"/>
              <a:t>Third level</a:t>
            </a:r>
          </a:p>
          <a:p>
            <a:pPr lvl="3"/>
            <a:r>
              <a:rPr lang="en-AU" noProof="0"/>
              <a:t>Fourth level</a:t>
            </a:r>
          </a:p>
          <a:p>
            <a:pPr lvl="4"/>
            <a:r>
              <a:rPr lang="en-AU" noProof="0"/>
              <a:t>Fifth level</a:t>
            </a:r>
          </a:p>
          <a:p>
            <a:pPr lvl="5"/>
            <a:r>
              <a:rPr lang="en-AU" noProof="0"/>
              <a:t>Sixth level</a:t>
            </a:r>
          </a:p>
          <a:p>
            <a:pPr lvl="6"/>
            <a:r>
              <a:rPr lang="en-AU" noProof="0"/>
              <a:t>Seventh level</a:t>
            </a:r>
          </a:p>
          <a:p>
            <a:pPr lvl="7"/>
            <a:r>
              <a:rPr lang="en-AU" noProof="0"/>
              <a:t>Eighth level</a:t>
            </a:r>
          </a:p>
          <a:p>
            <a:pPr lvl="8"/>
            <a:r>
              <a:rPr lang="en-AU" noProof="0"/>
              <a:t>Ninth level</a:t>
            </a:r>
          </a:p>
        </p:txBody>
      </p:sp>
      <p:pic>
        <p:nvPicPr>
          <p:cNvPr id="8" name="Picture Placeholder 10" descr="Logo&#10;&#10;Description automatically generated">
            <a:extLst>
              <a:ext uri="{FF2B5EF4-FFF2-40B4-BE49-F238E27FC236}">
                <a16:creationId xmlns:a16="http://schemas.microsoft.com/office/drawing/2014/main" id="{186FA8D1-9047-12AF-8731-019C3A7101D9}"/>
              </a:ext>
            </a:extLst>
          </p:cNvPr>
          <p:cNvPicPr>
            <a:picLocks noChangeAspect="1"/>
          </p:cNvPicPr>
          <p:nvPr userDrawn="1"/>
        </p:nvPicPr>
        <p:blipFill rotWithShape="1">
          <a:blip r:embed="rId62" cstate="print">
            <a:extLst>
              <a:ext uri="{28A0092B-C50C-407E-A947-70E740481C1C}">
                <a14:useLocalDpi xmlns:a14="http://schemas.microsoft.com/office/drawing/2010/main" val="0"/>
              </a:ext>
            </a:extLst>
          </a:blip>
          <a:srcRect l="65" r="65"/>
          <a:stretch/>
        </p:blipFill>
        <p:spPr>
          <a:xfrm>
            <a:off x="10635412" y="342000"/>
            <a:ext cx="1222350" cy="1223793"/>
          </a:xfrm>
          <a:prstGeom prst="rect">
            <a:avLst/>
          </a:prstGeom>
        </p:spPr>
      </p:pic>
      <p:sp>
        <p:nvSpPr>
          <p:cNvPr id="2" name="Title Placeholder 1"/>
          <p:cNvSpPr>
            <a:spLocks noGrp="1"/>
          </p:cNvSpPr>
          <p:nvPr>
            <p:ph type="title"/>
          </p:nvPr>
        </p:nvSpPr>
        <p:spPr>
          <a:xfrm>
            <a:off x="345600" y="342000"/>
            <a:ext cx="9695205" cy="531544"/>
          </a:xfrm>
          <a:prstGeom prst="rect">
            <a:avLst/>
          </a:prstGeom>
        </p:spPr>
        <p:txBody>
          <a:bodyPr vert="horz" lIns="0" tIns="0" rIns="0" bIns="0" rtlCol="0" anchor="t">
            <a:noAutofit/>
          </a:bodyPr>
          <a:lstStyle/>
          <a:p>
            <a:r>
              <a:rPr lang="en-GB" noProof="0"/>
              <a:t>Click to edit Master title style</a:t>
            </a:r>
            <a:endParaRPr lang="en-AU" noProof="0"/>
          </a:p>
        </p:txBody>
      </p:sp>
    </p:spTree>
    <p:extLst>
      <p:ext uri="{BB962C8B-B14F-4D97-AF65-F5344CB8AC3E}">
        <p14:creationId xmlns:p14="http://schemas.microsoft.com/office/powerpoint/2010/main" val="2063454087"/>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5" r:id="rId3"/>
    <p:sldLayoutId id="2147483724" r:id="rId4"/>
    <p:sldLayoutId id="2147483726" r:id="rId5"/>
    <p:sldLayoutId id="2147483727" r:id="rId6"/>
    <p:sldLayoutId id="2147483728" r:id="rId7"/>
    <p:sldLayoutId id="2147483729" r:id="rId8"/>
    <p:sldLayoutId id="2147483730" r:id="rId9"/>
    <p:sldLayoutId id="2147483731" r:id="rId10"/>
    <p:sldLayoutId id="2147483682" r:id="rId11"/>
    <p:sldLayoutId id="2147483732" r:id="rId12"/>
    <p:sldLayoutId id="2147483733" r:id="rId13"/>
    <p:sldLayoutId id="2147483718" r:id="rId14"/>
    <p:sldLayoutId id="2147483719" r:id="rId15"/>
    <p:sldLayoutId id="2147483721" r:id="rId16"/>
    <p:sldLayoutId id="2147483673" r:id="rId17"/>
    <p:sldLayoutId id="2147483659" r:id="rId18"/>
    <p:sldLayoutId id="2147483720" r:id="rId19"/>
    <p:sldLayoutId id="2147483664" r:id="rId20"/>
    <p:sldLayoutId id="2147483710" r:id="rId21"/>
    <p:sldLayoutId id="2147483711" r:id="rId22"/>
    <p:sldLayoutId id="2147483734" r:id="rId23"/>
    <p:sldLayoutId id="2147483655" r:id="rId24"/>
    <p:sldLayoutId id="2147483742" r:id="rId25"/>
    <p:sldLayoutId id="2147483736" r:id="rId26"/>
    <p:sldLayoutId id="2147483738" r:id="rId27"/>
    <p:sldLayoutId id="2147483739" r:id="rId28"/>
    <p:sldLayoutId id="2147483740"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4" r:id="rId41"/>
    <p:sldLayoutId id="2147483755" r:id="rId42"/>
    <p:sldLayoutId id="2147483756" r:id="rId43"/>
    <p:sldLayoutId id="2147483757" r:id="rId44"/>
    <p:sldLayoutId id="2147483758" r:id="rId45"/>
    <p:sldLayoutId id="2147483759" r:id="rId46"/>
    <p:sldLayoutId id="2147483760" r:id="rId47"/>
    <p:sldLayoutId id="2147483761" r:id="rId48"/>
    <p:sldLayoutId id="2147483762" r:id="rId49"/>
    <p:sldLayoutId id="2147483763" r:id="rId50"/>
    <p:sldLayoutId id="2147483764" r:id="rId51"/>
    <p:sldLayoutId id="2147483765" r:id="rId52"/>
    <p:sldLayoutId id="2147483766" r:id="rId53"/>
    <p:sldLayoutId id="2147483767" r:id="rId54"/>
    <p:sldLayoutId id="2147483768" r:id="rId55"/>
    <p:sldLayoutId id="2147483769" r:id="rId56"/>
    <p:sldLayoutId id="2147483770" r:id="rId57"/>
    <p:sldLayoutId id="2147483771" r:id="rId58"/>
    <p:sldLayoutId id="2147483772" r:id="rId59"/>
    <p:sldLayoutId id="2147483654" r:id="rId60"/>
  </p:sldLayoutIdLst>
  <p:hf hdr="0" dt="0"/>
  <p:txStyles>
    <p:titleStyle>
      <a:lvl1pPr algn="l" defTabSz="1218804" rtl="0" eaLnBrk="1" latinLnBrk="0" hangingPunct="1">
        <a:lnSpc>
          <a:spcPts val="4000"/>
        </a:lnSpc>
        <a:spcBef>
          <a:spcPct val="0"/>
        </a:spcBef>
        <a:buNone/>
        <a:defRPr sz="3600" b="1" kern="1200">
          <a:solidFill>
            <a:schemeClr val="bg2"/>
          </a:solidFill>
          <a:latin typeface="+mj-lt"/>
          <a:ea typeface="+mj-ea"/>
          <a:cs typeface="Arial" pitchFamily="34" charset="0"/>
        </a:defRPr>
      </a:lvl1pPr>
    </p:titleStyle>
    <p:body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2"/>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2"/>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2"/>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baseline="0">
          <a:solidFill>
            <a:schemeClr val="bg2"/>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accent1"/>
        </a:buClr>
        <a:buSzPct val="100000"/>
        <a:buFont typeface="Arial" panose="020B0604020202020204" pitchFamily="34" charset="0"/>
        <a:buChar char="‒"/>
        <a:defRPr sz="2200" kern="1200">
          <a:solidFill>
            <a:schemeClr val="bg2"/>
          </a:solidFill>
          <a:latin typeface="+mn-lt"/>
          <a:ea typeface="+mn-ea"/>
          <a:cs typeface="Arial" pitchFamily="34" charset="0"/>
        </a:defRPr>
      </a:lvl9pPr>
    </p:bodyStyle>
    <p:otherStyle>
      <a:defPPr>
        <a:defRPr lang="en-US"/>
      </a:defPPr>
      <a:lvl1pPr marL="0" algn="l" defTabSz="1218804" rtl="0" eaLnBrk="1" latinLnBrk="0" hangingPunct="1">
        <a:defRPr sz="1200" kern="1200">
          <a:solidFill>
            <a:schemeClr val="tx1"/>
          </a:solidFill>
          <a:latin typeface="+mn-lt"/>
          <a:ea typeface="+mn-ea"/>
          <a:cs typeface="+mn-cs"/>
        </a:defRPr>
      </a:lvl1pPr>
      <a:lvl2pPr marL="609402" algn="l" defTabSz="1218804" rtl="0" eaLnBrk="1" latinLnBrk="0" hangingPunct="1">
        <a:defRPr sz="1200" kern="1200">
          <a:solidFill>
            <a:schemeClr val="tx1"/>
          </a:solidFill>
          <a:latin typeface="+mn-lt"/>
          <a:ea typeface="+mn-ea"/>
          <a:cs typeface="+mn-cs"/>
        </a:defRPr>
      </a:lvl2pPr>
      <a:lvl3pPr marL="1218804" algn="l" defTabSz="1218804" rtl="0" eaLnBrk="1" latinLnBrk="0" hangingPunct="1">
        <a:defRPr sz="1200" kern="1200">
          <a:solidFill>
            <a:schemeClr val="tx1"/>
          </a:solidFill>
          <a:latin typeface="+mn-lt"/>
          <a:ea typeface="+mn-ea"/>
          <a:cs typeface="+mn-cs"/>
        </a:defRPr>
      </a:lvl3pPr>
      <a:lvl4pPr marL="1828206" algn="l" defTabSz="1218804" rtl="0" eaLnBrk="1" latinLnBrk="0" hangingPunct="1">
        <a:defRPr sz="1200" kern="1200">
          <a:solidFill>
            <a:schemeClr val="tx1"/>
          </a:solidFill>
          <a:latin typeface="+mn-lt"/>
          <a:ea typeface="+mn-ea"/>
          <a:cs typeface="+mn-cs"/>
        </a:defRPr>
      </a:lvl4pPr>
      <a:lvl5pPr marL="2437608" algn="l" defTabSz="1218804" rtl="0" eaLnBrk="1" latinLnBrk="0" hangingPunct="1">
        <a:defRPr sz="1200" kern="1200">
          <a:solidFill>
            <a:schemeClr val="tx1"/>
          </a:solidFill>
          <a:latin typeface="+mn-lt"/>
          <a:ea typeface="+mn-ea"/>
          <a:cs typeface="+mn-cs"/>
        </a:defRPr>
      </a:lvl5pPr>
      <a:lvl6pPr marL="3047009" algn="l" defTabSz="1218804" rtl="0" eaLnBrk="1" latinLnBrk="0" hangingPunct="1">
        <a:defRPr sz="1200" kern="1200">
          <a:solidFill>
            <a:schemeClr val="tx1"/>
          </a:solidFill>
          <a:latin typeface="+mn-lt"/>
          <a:ea typeface="+mn-ea"/>
          <a:cs typeface="+mn-cs"/>
        </a:defRPr>
      </a:lvl6pPr>
      <a:lvl7pPr marL="3656411" algn="l" defTabSz="1218804" rtl="0" eaLnBrk="1" latinLnBrk="0" hangingPunct="1">
        <a:defRPr sz="1200" kern="1200">
          <a:solidFill>
            <a:schemeClr val="tx1"/>
          </a:solidFill>
          <a:latin typeface="+mn-lt"/>
          <a:ea typeface="+mn-ea"/>
          <a:cs typeface="+mn-cs"/>
        </a:defRPr>
      </a:lvl7pPr>
      <a:lvl8pPr marL="4265813" algn="l" defTabSz="1218804" rtl="0" eaLnBrk="1" latinLnBrk="0" hangingPunct="1">
        <a:defRPr sz="1200" kern="1200">
          <a:solidFill>
            <a:schemeClr val="tx1"/>
          </a:solidFill>
          <a:latin typeface="+mn-lt"/>
          <a:ea typeface="+mn-ea"/>
          <a:cs typeface="+mn-cs"/>
        </a:defRPr>
      </a:lvl8pPr>
      <a:lvl9pPr marL="4875215" algn="l" defTabSz="1218804"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2" userDrawn="1">
          <p15:clr>
            <a:srgbClr val="F26B43"/>
          </p15:clr>
        </p15:guide>
        <p15:guide id="2" pos="21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1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5.xml.rels><?xml version="1.0" encoding="UTF-8" standalone="yes"?>
<Relationships xmlns="http://schemas.openxmlformats.org/package/2006/relationships"><Relationship Id="rId8" Type="http://schemas.openxmlformats.org/officeDocument/2006/relationships/hyperlink" Target="mailto:feit-studentguide@unimelb.edu.au" TargetMode="External"/><Relationship Id="rId3" Type="http://schemas.openxmlformats.org/officeDocument/2006/relationships/hyperlink" Target="mailto:feit-cmmlabcluster@unimelb.edu.au" TargetMode="External"/><Relationship Id="rId7" Type="http://schemas.openxmlformats.org/officeDocument/2006/relationships/hyperlink" Target="mailto:feit-bblabcluster@unimelb.edu.au" TargetMode="External"/><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hyperlink" Target="mailto:feit-sgelabcluster@unimelb.edu.au" TargetMode="External"/><Relationship Id="rId5" Type="http://schemas.openxmlformats.org/officeDocument/2006/relationships/hyperlink" Target="mailto:feit-medlabcluster@unimelb.edu.au" TargetMode="External"/><Relationship Id="rId4" Type="http://schemas.openxmlformats.org/officeDocument/2006/relationships/hyperlink" Target="mailto:feit-fdeplabcluster@unimelb.edu.au" TargetMode="External"/></Relationships>
</file>

<file path=ppt/slides/_rels/slide6.xml.rels><?xml version="1.0" encoding="UTF-8" standalone="yes"?>
<Relationships xmlns="http://schemas.openxmlformats.org/package/2006/relationships"><Relationship Id="rId2" Type="http://schemas.openxmlformats.org/officeDocument/2006/relationships/hyperlink" Target="https://eng.unimelb.edu.au/the-creator-space" TargetMode="Externa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hyperlink" Target="https://www.legislation.gov.au/C2018A00153/latest/text" TargetMode="Externa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1.xml"/><Relationship Id="rId4" Type="http://schemas.openxmlformats.org/officeDocument/2006/relationships/hyperlink" Target="https://aus.sci-ware-customer.com/sword/login.do#iso/AU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46.jpeg"/></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0319C9-5088-0D4D-07BB-014860B3693D}"/>
              </a:ext>
            </a:extLst>
          </p:cNvPr>
          <p:cNvSpPr>
            <a:spLocks noGrp="1"/>
          </p:cNvSpPr>
          <p:nvPr>
            <p:ph type="title"/>
          </p:nvPr>
        </p:nvSpPr>
        <p:spPr>
          <a:xfrm>
            <a:off x="3851250" y="466925"/>
            <a:ext cx="3911422" cy="1582366"/>
          </a:xfrm>
        </p:spPr>
        <p:txBody>
          <a:bodyPr/>
          <a:lstStyle/>
          <a:p>
            <a:r>
              <a:rPr lang="en-AU" sz="5400" dirty="0"/>
              <a:t>     </a:t>
            </a:r>
            <a:r>
              <a:rPr lang="en-AU" sz="5400" u="sng" dirty="0"/>
              <a:t>How to</a:t>
            </a:r>
            <a:br>
              <a:rPr lang="en-AU" sz="5400" u="sng" dirty="0"/>
            </a:br>
            <a:r>
              <a:rPr lang="en-AU" sz="6600" u="sng" dirty="0"/>
              <a:t>Capstone</a:t>
            </a:r>
            <a:endParaRPr lang="en-AU" sz="5400" u="sng" dirty="0"/>
          </a:p>
        </p:txBody>
      </p:sp>
      <p:sp>
        <p:nvSpPr>
          <p:cNvPr id="3" name="Text Placeholder 2">
            <a:extLst>
              <a:ext uri="{FF2B5EF4-FFF2-40B4-BE49-F238E27FC236}">
                <a16:creationId xmlns:a16="http://schemas.microsoft.com/office/drawing/2014/main" id="{56933DC2-E5B9-29B5-950F-390A019E8DCF}"/>
              </a:ext>
            </a:extLst>
          </p:cNvPr>
          <p:cNvSpPr>
            <a:spLocks noGrp="1"/>
          </p:cNvSpPr>
          <p:nvPr>
            <p:ph type="body" sz="quarter" idx="18"/>
          </p:nvPr>
        </p:nvSpPr>
        <p:spPr/>
        <p:txBody>
          <a:bodyPr/>
          <a:lstStyle/>
          <a:p>
            <a:r>
              <a:rPr lang="en-AU" dirty="0"/>
              <a:t>Semester 2, 2026</a:t>
            </a:r>
          </a:p>
        </p:txBody>
      </p:sp>
      <p:sp>
        <p:nvSpPr>
          <p:cNvPr id="5" name="Title 3">
            <a:extLst>
              <a:ext uri="{FF2B5EF4-FFF2-40B4-BE49-F238E27FC236}">
                <a16:creationId xmlns:a16="http://schemas.microsoft.com/office/drawing/2014/main" id="{9AA5C1B4-9545-F773-A22D-CD1C98C0E4E1}"/>
              </a:ext>
            </a:extLst>
          </p:cNvPr>
          <p:cNvSpPr txBox="1">
            <a:spLocks/>
          </p:cNvSpPr>
          <p:nvPr/>
        </p:nvSpPr>
        <p:spPr>
          <a:xfrm>
            <a:off x="849549" y="3188813"/>
            <a:ext cx="11290570" cy="2726013"/>
          </a:xfrm>
          <a:prstGeom prst="rect">
            <a:avLst/>
          </a:prstGeom>
        </p:spPr>
        <p:txBody>
          <a:bodyPr vert="horz" lIns="0" tIns="0" rIns="0" bIns="0" rtlCol="0" anchor="ctr" anchorCtr="0">
            <a:noAutofit/>
          </a:bodyPr>
          <a:lstStyle>
            <a:lvl1pPr algn="l" defTabSz="1218804" rtl="0" eaLnBrk="1" latinLnBrk="0" hangingPunct="1">
              <a:lnSpc>
                <a:spcPct val="100000"/>
              </a:lnSpc>
              <a:spcBef>
                <a:spcPct val="0"/>
              </a:spcBef>
              <a:buNone/>
              <a:defRPr sz="4400" b="1" kern="1200">
                <a:solidFill>
                  <a:schemeClr val="bg1"/>
                </a:solidFill>
                <a:latin typeface="+mj-lt"/>
                <a:ea typeface="+mj-ea"/>
                <a:cs typeface="Arial" pitchFamily="34" charset="0"/>
              </a:defRPr>
            </a:lvl1pPr>
          </a:lstStyle>
          <a:p>
            <a:r>
              <a:rPr lang="en-AU" dirty="0"/>
              <a:t>    (1) Meet your </a:t>
            </a:r>
            <a:r>
              <a:rPr lang="en-AU" dirty="0" err="1"/>
              <a:t>Lab&amp;Tech</a:t>
            </a:r>
            <a:r>
              <a:rPr lang="en-AU" dirty="0"/>
              <a:t> Support,</a:t>
            </a:r>
            <a:r>
              <a:rPr lang="en-AU" dirty="0">
                <a:solidFill>
                  <a:schemeClr val="accent1">
                    <a:lumMod val="65000"/>
                    <a:lumOff val="35000"/>
                  </a:schemeClr>
                </a:solidFill>
              </a:rPr>
              <a:t>  </a:t>
            </a:r>
            <a:br>
              <a:rPr lang="en-AU" dirty="0"/>
            </a:br>
            <a:r>
              <a:rPr lang="en-AU" dirty="0"/>
              <a:t>    (2) Budgeting &amp; Finance and 		</a:t>
            </a:r>
            <a:br>
              <a:rPr lang="en-AU" dirty="0"/>
            </a:br>
            <a:r>
              <a:rPr lang="en-AU" dirty="0"/>
              <a:t>    (3) </a:t>
            </a:r>
            <a:r>
              <a:rPr lang="en-AU" dirty="0" err="1"/>
              <a:t>eMarket</a:t>
            </a:r>
            <a:r>
              <a:rPr lang="en-AU" dirty="0"/>
              <a:t> &amp; Procurement Steps</a:t>
            </a:r>
          </a:p>
          <a:p>
            <a:r>
              <a:rPr lang="en-AU" dirty="0">
                <a:solidFill>
                  <a:schemeClr val="accent1">
                    <a:lumMod val="65000"/>
                    <a:lumOff val="35000"/>
                  </a:schemeClr>
                </a:solidFill>
              </a:rPr>
              <a:t>    (4) The Creator Space (TCS)</a:t>
            </a:r>
          </a:p>
        </p:txBody>
      </p:sp>
      <p:sp>
        <p:nvSpPr>
          <p:cNvPr id="6" name="TextBox 5">
            <a:extLst>
              <a:ext uri="{FF2B5EF4-FFF2-40B4-BE49-F238E27FC236}">
                <a16:creationId xmlns:a16="http://schemas.microsoft.com/office/drawing/2014/main" id="{58DE4979-68DD-96A7-222F-777A38380D94}"/>
              </a:ext>
            </a:extLst>
          </p:cNvPr>
          <p:cNvSpPr txBox="1"/>
          <p:nvPr/>
        </p:nvSpPr>
        <p:spPr>
          <a:xfrm>
            <a:off x="4570404" y="2249720"/>
            <a:ext cx="2473113" cy="738664"/>
          </a:xfrm>
          <a:prstGeom prst="rect">
            <a:avLst/>
          </a:prstGeom>
          <a:noFill/>
        </p:spPr>
        <p:txBody>
          <a:bodyPr wrap="none" rtlCol="0">
            <a:spAutoFit/>
          </a:bodyPr>
          <a:lstStyle/>
          <a:p>
            <a:pPr algn="ctr"/>
            <a:r>
              <a:rPr lang="en-AU" sz="1400" dirty="0">
                <a:solidFill>
                  <a:schemeClr val="bg1"/>
                </a:solidFill>
              </a:rPr>
              <a:t>Matz Duebbert</a:t>
            </a:r>
            <a:br>
              <a:rPr lang="en-AU" sz="1400" dirty="0">
                <a:solidFill>
                  <a:schemeClr val="bg1"/>
                </a:solidFill>
              </a:rPr>
            </a:br>
            <a:r>
              <a:rPr lang="en-AU" sz="1400" dirty="0" err="1">
                <a:solidFill>
                  <a:schemeClr val="bg1"/>
                </a:solidFill>
              </a:rPr>
              <a:t>Lab&amp;Tech</a:t>
            </a:r>
            <a:r>
              <a:rPr lang="en-AU" sz="1400" dirty="0">
                <a:solidFill>
                  <a:schemeClr val="bg1"/>
                </a:solidFill>
              </a:rPr>
              <a:t> Services Manager</a:t>
            </a:r>
          </a:p>
          <a:p>
            <a:pPr algn="ctr"/>
            <a:r>
              <a:rPr lang="en-AU" sz="1400" dirty="0">
                <a:solidFill>
                  <a:schemeClr val="bg1"/>
                </a:solidFill>
              </a:rPr>
              <a:t>11/08/2026</a:t>
            </a:r>
          </a:p>
        </p:txBody>
      </p:sp>
    </p:spTree>
    <p:extLst>
      <p:ext uri="{BB962C8B-B14F-4D97-AF65-F5344CB8AC3E}">
        <p14:creationId xmlns:p14="http://schemas.microsoft.com/office/powerpoint/2010/main" val="3366627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EA7F5-A066-9CDE-A9FD-5AC3081602D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09196E9-258F-ACA5-B0CF-A9BC07A4ED36}"/>
              </a:ext>
            </a:extLst>
          </p:cNvPr>
          <p:cNvSpPr>
            <a:spLocks noGrp="1"/>
          </p:cNvSpPr>
          <p:nvPr>
            <p:ph type="title"/>
          </p:nvPr>
        </p:nvSpPr>
        <p:spPr>
          <a:xfrm>
            <a:off x="350196" y="1916832"/>
            <a:ext cx="11290570" cy="2726013"/>
          </a:xfrm>
        </p:spPr>
        <p:txBody>
          <a:bodyPr/>
          <a:lstStyle/>
          <a:p>
            <a:r>
              <a:rPr lang="en-AU" dirty="0"/>
              <a:t>    (1) Meet your </a:t>
            </a:r>
            <a:r>
              <a:rPr lang="en-AU" dirty="0" err="1"/>
              <a:t>Lab&amp;Tech</a:t>
            </a:r>
            <a:r>
              <a:rPr lang="en-AU" dirty="0"/>
              <a:t> Support</a:t>
            </a:r>
            <a:r>
              <a:rPr lang="en-AU" dirty="0">
                <a:solidFill>
                  <a:schemeClr val="accent1">
                    <a:lumMod val="65000"/>
                    <a:lumOff val="35000"/>
                  </a:schemeClr>
                </a:solidFill>
              </a:rPr>
              <a:t>,  </a:t>
            </a:r>
            <a:br>
              <a:rPr lang="en-AU" dirty="0"/>
            </a:br>
            <a:r>
              <a:rPr lang="en-AU" dirty="0">
                <a:solidFill>
                  <a:schemeClr val="accent1">
                    <a:lumMod val="65000"/>
                    <a:lumOff val="35000"/>
                  </a:schemeClr>
                </a:solidFill>
              </a:rPr>
              <a:t>    (2) Budgeting &amp; Finance and 		</a:t>
            </a:r>
            <a:br>
              <a:rPr lang="en-AU" dirty="0">
                <a:solidFill>
                  <a:schemeClr val="accent1">
                    <a:lumMod val="65000"/>
                    <a:lumOff val="35000"/>
                  </a:schemeClr>
                </a:solidFill>
              </a:rPr>
            </a:br>
            <a:r>
              <a:rPr lang="en-AU" dirty="0">
                <a:solidFill>
                  <a:schemeClr val="accent1">
                    <a:lumMod val="65000"/>
                    <a:lumOff val="35000"/>
                  </a:schemeClr>
                </a:solidFill>
              </a:rPr>
              <a:t>    (3) </a:t>
            </a:r>
            <a:r>
              <a:rPr lang="en-AU" dirty="0" err="1">
                <a:solidFill>
                  <a:schemeClr val="accent1">
                    <a:lumMod val="65000"/>
                    <a:lumOff val="35000"/>
                  </a:schemeClr>
                </a:solidFill>
              </a:rPr>
              <a:t>eMarket</a:t>
            </a:r>
            <a:r>
              <a:rPr lang="en-AU" dirty="0">
                <a:solidFill>
                  <a:schemeClr val="accent1">
                    <a:lumMod val="65000"/>
                    <a:lumOff val="35000"/>
                  </a:schemeClr>
                </a:solidFill>
              </a:rPr>
              <a:t> &amp; Procurement Steps</a:t>
            </a:r>
          </a:p>
        </p:txBody>
      </p:sp>
      <p:sp>
        <p:nvSpPr>
          <p:cNvPr id="3" name="Text Placeholder 2">
            <a:extLst>
              <a:ext uri="{FF2B5EF4-FFF2-40B4-BE49-F238E27FC236}">
                <a16:creationId xmlns:a16="http://schemas.microsoft.com/office/drawing/2014/main" id="{45E01FBD-A49A-1F1C-A1C7-B4165F32B9C3}"/>
              </a:ext>
            </a:extLst>
          </p:cNvPr>
          <p:cNvSpPr>
            <a:spLocks noGrp="1"/>
          </p:cNvSpPr>
          <p:nvPr>
            <p:ph type="body" sz="quarter" idx="18"/>
          </p:nvPr>
        </p:nvSpPr>
        <p:spPr/>
        <p:txBody>
          <a:bodyPr/>
          <a:lstStyle/>
          <a:p>
            <a:r>
              <a:rPr lang="en-AU" dirty="0"/>
              <a:t>Semester 1, 2026</a:t>
            </a:r>
          </a:p>
        </p:txBody>
      </p:sp>
    </p:spTree>
    <p:extLst>
      <p:ext uri="{BB962C8B-B14F-4D97-AF65-F5344CB8AC3E}">
        <p14:creationId xmlns:p14="http://schemas.microsoft.com/office/powerpoint/2010/main" val="3160305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24D31-01F6-1F0E-9F05-E4223A7DB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EC37CB-5F0D-5688-B050-7C991FA011FE}"/>
              </a:ext>
            </a:extLst>
          </p:cNvPr>
          <p:cNvSpPr>
            <a:spLocks noGrp="1"/>
          </p:cNvSpPr>
          <p:nvPr>
            <p:ph type="title"/>
          </p:nvPr>
        </p:nvSpPr>
        <p:spPr/>
        <p:txBody>
          <a:bodyPr/>
          <a:lstStyle/>
          <a:p>
            <a:r>
              <a:rPr lang="en-AU" dirty="0"/>
              <a:t>Who is supporting your project?</a:t>
            </a:r>
          </a:p>
        </p:txBody>
      </p:sp>
      <p:sp>
        <p:nvSpPr>
          <p:cNvPr id="3" name="Content Placeholder 2">
            <a:extLst>
              <a:ext uri="{FF2B5EF4-FFF2-40B4-BE49-F238E27FC236}">
                <a16:creationId xmlns:a16="http://schemas.microsoft.com/office/drawing/2014/main" id="{E3FC88FE-9E1E-D448-8796-B10810C3BC4E}"/>
              </a:ext>
            </a:extLst>
          </p:cNvPr>
          <p:cNvSpPr>
            <a:spLocks noGrp="1"/>
          </p:cNvSpPr>
          <p:nvPr>
            <p:ph sz="quarter" idx="14"/>
          </p:nvPr>
        </p:nvSpPr>
        <p:spPr>
          <a:xfrm>
            <a:off x="200798" y="1675998"/>
            <a:ext cx="11790403" cy="4645745"/>
          </a:xfrm>
        </p:spPr>
        <p:txBody>
          <a:bodyPr/>
          <a:lstStyle/>
          <a:p>
            <a:r>
              <a:rPr lang="en-AU" b="0" dirty="0"/>
              <a:t>- Log in to FEIT Capstone App Website locate the name and email of your </a:t>
            </a:r>
            <a:r>
              <a:rPr lang="en-AU" b="0" dirty="0" err="1"/>
              <a:t>Lab&amp;Tech</a:t>
            </a:r>
            <a:r>
              <a:rPr lang="en-AU" b="0" dirty="0"/>
              <a:t> Cluster</a:t>
            </a:r>
          </a:p>
          <a:p>
            <a:endParaRPr lang="en-AU" dirty="0"/>
          </a:p>
          <a:p>
            <a:endParaRPr lang="en-AU" dirty="0"/>
          </a:p>
        </p:txBody>
      </p:sp>
      <p:pic>
        <p:nvPicPr>
          <p:cNvPr id="6" name="Picture 5">
            <a:extLst>
              <a:ext uri="{FF2B5EF4-FFF2-40B4-BE49-F238E27FC236}">
                <a16:creationId xmlns:a16="http://schemas.microsoft.com/office/drawing/2014/main" id="{0CCDAE05-803A-82DC-F46C-5E6E6487D938}"/>
              </a:ext>
            </a:extLst>
          </p:cNvPr>
          <p:cNvPicPr>
            <a:picLocks noChangeAspect="1"/>
          </p:cNvPicPr>
          <p:nvPr/>
        </p:nvPicPr>
        <p:blipFill>
          <a:blip r:embed="rId2"/>
          <a:stretch>
            <a:fillRect/>
          </a:stretch>
        </p:blipFill>
        <p:spPr>
          <a:xfrm>
            <a:off x="1946990" y="2115725"/>
            <a:ext cx="8031907" cy="4798422"/>
          </a:xfrm>
          <a:prstGeom prst="rect">
            <a:avLst/>
          </a:prstGeom>
        </p:spPr>
      </p:pic>
    </p:spTree>
    <p:extLst>
      <p:ext uri="{BB962C8B-B14F-4D97-AF65-F5344CB8AC3E}">
        <p14:creationId xmlns:p14="http://schemas.microsoft.com/office/powerpoint/2010/main" val="3678714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7FE76-830E-0B36-D409-816765C5E4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BD7F32-ACD9-5EE2-40A3-6E85B13EEE92}"/>
              </a:ext>
            </a:extLst>
          </p:cNvPr>
          <p:cNvSpPr>
            <a:spLocks noGrp="1"/>
          </p:cNvSpPr>
          <p:nvPr>
            <p:ph type="title"/>
          </p:nvPr>
        </p:nvSpPr>
        <p:spPr/>
        <p:txBody>
          <a:bodyPr/>
          <a:lstStyle/>
          <a:p>
            <a:r>
              <a:rPr lang="en-AU" dirty="0"/>
              <a:t>Meet your support</a:t>
            </a:r>
          </a:p>
        </p:txBody>
      </p:sp>
      <p:pic>
        <p:nvPicPr>
          <p:cNvPr id="8" name="Picture 7">
            <a:extLst>
              <a:ext uri="{FF2B5EF4-FFF2-40B4-BE49-F238E27FC236}">
                <a16:creationId xmlns:a16="http://schemas.microsoft.com/office/drawing/2014/main" id="{739D4332-2D3F-96E1-5E27-817790F7B7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6738" y="1579255"/>
            <a:ext cx="1819623" cy="1882370"/>
          </a:xfrm>
          <a:prstGeom prst="rect">
            <a:avLst/>
          </a:prstGeom>
        </p:spPr>
      </p:pic>
      <p:pic>
        <p:nvPicPr>
          <p:cNvPr id="10" name="Picture 9">
            <a:extLst>
              <a:ext uri="{FF2B5EF4-FFF2-40B4-BE49-F238E27FC236}">
                <a16:creationId xmlns:a16="http://schemas.microsoft.com/office/drawing/2014/main" id="{ECF226A9-D33E-9F8D-B1B1-BBCB755140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926" y="1592694"/>
            <a:ext cx="1922039" cy="1855492"/>
          </a:xfrm>
          <a:prstGeom prst="rect">
            <a:avLst/>
          </a:prstGeom>
        </p:spPr>
      </p:pic>
      <p:pic>
        <p:nvPicPr>
          <p:cNvPr id="12" name="Picture 11">
            <a:extLst>
              <a:ext uri="{FF2B5EF4-FFF2-40B4-BE49-F238E27FC236}">
                <a16:creationId xmlns:a16="http://schemas.microsoft.com/office/drawing/2014/main" id="{95815AC8-638D-49A9-911F-591C2EAF6C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10134" y="1575246"/>
            <a:ext cx="1966485" cy="1890389"/>
          </a:xfrm>
          <a:prstGeom prst="rect">
            <a:avLst/>
          </a:prstGeom>
        </p:spPr>
      </p:pic>
      <p:pic>
        <p:nvPicPr>
          <p:cNvPr id="14" name="Picture 13">
            <a:extLst>
              <a:ext uri="{FF2B5EF4-FFF2-40B4-BE49-F238E27FC236}">
                <a16:creationId xmlns:a16="http://schemas.microsoft.com/office/drawing/2014/main" id="{AF1DF04F-8492-8BD7-9702-EE51032F49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19656" y="4544485"/>
            <a:ext cx="1733148" cy="1463001"/>
          </a:xfrm>
          <a:prstGeom prst="rect">
            <a:avLst/>
          </a:prstGeom>
        </p:spPr>
      </p:pic>
      <p:pic>
        <p:nvPicPr>
          <p:cNvPr id="16" name="Picture 15">
            <a:extLst>
              <a:ext uri="{FF2B5EF4-FFF2-40B4-BE49-F238E27FC236}">
                <a16:creationId xmlns:a16="http://schemas.microsoft.com/office/drawing/2014/main" id="{874FA6B2-E382-A653-8B94-8D4779CE2D1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96949" y="4484017"/>
            <a:ext cx="1733148" cy="1527580"/>
          </a:xfrm>
          <a:prstGeom prst="rect">
            <a:avLst/>
          </a:prstGeom>
        </p:spPr>
      </p:pic>
      <p:pic>
        <p:nvPicPr>
          <p:cNvPr id="18" name="Picture 17">
            <a:extLst>
              <a:ext uri="{FF2B5EF4-FFF2-40B4-BE49-F238E27FC236}">
                <a16:creationId xmlns:a16="http://schemas.microsoft.com/office/drawing/2014/main" id="{D2E00321-99DF-05C3-3CC8-D173B0A00FB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61946" y="4488128"/>
            <a:ext cx="1738428" cy="1519358"/>
          </a:xfrm>
          <a:prstGeom prst="rect">
            <a:avLst/>
          </a:prstGeom>
        </p:spPr>
      </p:pic>
      <p:sp>
        <p:nvSpPr>
          <p:cNvPr id="19" name="Title 1">
            <a:extLst>
              <a:ext uri="{FF2B5EF4-FFF2-40B4-BE49-F238E27FC236}">
                <a16:creationId xmlns:a16="http://schemas.microsoft.com/office/drawing/2014/main" id="{AD3D4E44-D40C-9F36-EBE5-A18483542120}"/>
              </a:ext>
            </a:extLst>
          </p:cNvPr>
          <p:cNvSpPr txBox="1">
            <a:spLocks/>
          </p:cNvSpPr>
          <p:nvPr/>
        </p:nvSpPr>
        <p:spPr>
          <a:xfrm>
            <a:off x="4104019" y="941776"/>
            <a:ext cx="2964422"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1"/>
                </a:solidFill>
                <a:latin typeface="+mj-lt"/>
                <a:ea typeface="+mj-ea"/>
                <a:cs typeface="Arial" pitchFamily="34" charset="0"/>
              </a:defRPr>
            </a:lvl1pPr>
          </a:lstStyle>
          <a:p>
            <a:pPr algn="ctr"/>
            <a:r>
              <a:rPr lang="en-AU" sz="2400" dirty="0" err="1"/>
              <a:t>Lab&amp;Tech</a:t>
            </a:r>
            <a:r>
              <a:rPr lang="en-AU" sz="2400" dirty="0"/>
              <a:t> Support</a:t>
            </a:r>
          </a:p>
        </p:txBody>
      </p:sp>
      <p:sp>
        <p:nvSpPr>
          <p:cNvPr id="20" name="Title 1">
            <a:extLst>
              <a:ext uri="{FF2B5EF4-FFF2-40B4-BE49-F238E27FC236}">
                <a16:creationId xmlns:a16="http://schemas.microsoft.com/office/drawing/2014/main" id="{19B13D33-0663-7BE2-611D-FF58A22E382B}"/>
              </a:ext>
            </a:extLst>
          </p:cNvPr>
          <p:cNvSpPr txBox="1">
            <a:spLocks/>
          </p:cNvSpPr>
          <p:nvPr/>
        </p:nvSpPr>
        <p:spPr>
          <a:xfrm>
            <a:off x="4182806" y="3952473"/>
            <a:ext cx="2964422"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1"/>
                </a:solidFill>
                <a:latin typeface="+mj-lt"/>
                <a:ea typeface="+mj-ea"/>
                <a:cs typeface="Arial" pitchFamily="34" charset="0"/>
              </a:defRPr>
            </a:lvl1pPr>
          </a:lstStyle>
          <a:p>
            <a:pPr algn="ctr"/>
            <a:r>
              <a:rPr lang="en-AU" sz="2400" dirty="0"/>
              <a:t>Student Guides</a:t>
            </a:r>
          </a:p>
        </p:txBody>
      </p:sp>
      <p:grpSp>
        <p:nvGrpSpPr>
          <p:cNvPr id="6" name="Group 5">
            <a:extLst>
              <a:ext uri="{FF2B5EF4-FFF2-40B4-BE49-F238E27FC236}">
                <a16:creationId xmlns:a16="http://schemas.microsoft.com/office/drawing/2014/main" id="{5E6BED54-BBAE-7256-E962-3B75E94A55F2}"/>
              </a:ext>
            </a:extLst>
          </p:cNvPr>
          <p:cNvGrpSpPr/>
          <p:nvPr/>
        </p:nvGrpSpPr>
        <p:grpSpPr>
          <a:xfrm>
            <a:off x="9010391" y="1554610"/>
            <a:ext cx="1966486" cy="1931660"/>
            <a:chOff x="8539939" y="1207548"/>
            <a:chExt cx="1966486" cy="1931660"/>
          </a:xfrm>
        </p:grpSpPr>
        <p:pic>
          <p:nvPicPr>
            <p:cNvPr id="4" name="Picture 3">
              <a:extLst>
                <a:ext uri="{FF2B5EF4-FFF2-40B4-BE49-F238E27FC236}">
                  <a16:creationId xmlns:a16="http://schemas.microsoft.com/office/drawing/2014/main" id="{F12F6ACE-360F-C2F2-AEE3-A88113C0F34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539939" y="1320826"/>
              <a:ext cx="1966486" cy="1818382"/>
            </a:xfrm>
            <a:prstGeom prst="rect">
              <a:avLst/>
            </a:prstGeom>
          </p:spPr>
        </p:pic>
        <p:sp>
          <p:nvSpPr>
            <p:cNvPr id="5" name="Rectangle 4">
              <a:extLst>
                <a:ext uri="{FF2B5EF4-FFF2-40B4-BE49-F238E27FC236}">
                  <a16:creationId xmlns:a16="http://schemas.microsoft.com/office/drawing/2014/main" id="{D54B40CD-051A-9334-F13F-B8866BCDF9C8}"/>
                </a:ext>
              </a:extLst>
            </p:cNvPr>
            <p:cNvSpPr/>
            <p:nvPr/>
          </p:nvSpPr>
          <p:spPr>
            <a:xfrm>
              <a:off x="10158984" y="1207548"/>
              <a:ext cx="347441" cy="260266"/>
            </a:xfrm>
            <a:prstGeom prst="rect">
              <a:avLst/>
            </a:prstGeom>
            <a:solidFill>
              <a:srgbClr val="000F4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AU" dirty="0">
                <a:solidFill>
                  <a:schemeClr val="tx1"/>
                </a:solidFill>
              </a:endParaRPr>
            </a:p>
          </p:txBody>
        </p:sp>
      </p:grpSp>
    </p:spTree>
    <p:extLst>
      <p:ext uri="{BB962C8B-B14F-4D97-AF65-F5344CB8AC3E}">
        <p14:creationId xmlns:p14="http://schemas.microsoft.com/office/powerpoint/2010/main" val="2363293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A3850-B1DB-6642-7E36-BDABB897F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B062C1-3C55-355B-DC83-93E6B52C7F00}"/>
              </a:ext>
            </a:extLst>
          </p:cNvPr>
          <p:cNvSpPr>
            <a:spLocks noGrp="1"/>
          </p:cNvSpPr>
          <p:nvPr>
            <p:ph type="title"/>
          </p:nvPr>
        </p:nvSpPr>
        <p:spPr>
          <a:xfrm>
            <a:off x="345601" y="1052736"/>
            <a:ext cx="9695205" cy="531544"/>
          </a:xfrm>
        </p:spPr>
        <p:txBody>
          <a:bodyPr/>
          <a:lstStyle/>
          <a:p>
            <a:r>
              <a:rPr lang="en-AU"/>
              <a:t>Emails you should know: </a:t>
            </a:r>
          </a:p>
        </p:txBody>
      </p:sp>
      <p:sp>
        <p:nvSpPr>
          <p:cNvPr id="3" name="Content Placeholder 2">
            <a:extLst>
              <a:ext uri="{FF2B5EF4-FFF2-40B4-BE49-F238E27FC236}">
                <a16:creationId xmlns:a16="http://schemas.microsoft.com/office/drawing/2014/main" id="{0A2EB6AD-8AE5-5F8D-BFA9-FA59BA97B3D8}"/>
              </a:ext>
            </a:extLst>
          </p:cNvPr>
          <p:cNvSpPr>
            <a:spLocks noGrp="1"/>
          </p:cNvSpPr>
          <p:nvPr>
            <p:ph sz="quarter" idx="14"/>
          </p:nvPr>
        </p:nvSpPr>
        <p:spPr>
          <a:xfrm>
            <a:off x="345602" y="1870255"/>
            <a:ext cx="11500798" cy="4645745"/>
          </a:xfrm>
        </p:spPr>
        <p:txBody>
          <a:bodyPr/>
          <a:lstStyle/>
          <a:p>
            <a:pPr lvl="0"/>
            <a:r>
              <a:rPr lang="en-AU" u="sng" dirty="0">
                <a:solidFill>
                  <a:srgbClr val="FFFFFF"/>
                </a:solidFill>
              </a:rPr>
              <a:t>The</a:t>
            </a:r>
            <a:r>
              <a:rPr lang="en-AU" u="sng" dirty="0"/>
              <a:t> </a:t>
            </a:r>
            <a:r>
              <a:rPr lang="en-AU" u="sng" dirty="0" err="1"/>
              <a:t>Lab&amp;Tech</a:t>
            </a:r>
            <a:r>
              <a:rPr lang="en-AU" u="sng" dirty="0"/>
              <a:t> Clusters: </a:t>
            </a:r>
          </a:p>
          <a:p>
            <a:r>
              <a:rPr lang="en-AU" b="0" dirty="0"/>
              <a:t>Chemical, Materials and Manufacturing: </a:t>
            </a:r>
            <a:r>
              <a:rPr lang="en-AU" b="0" u="sng" dirty="0">
                <a:hlinkClick r:id="rId3">
                  <a:extLst>
                    <a:ext uri="{A12FA001-AC4F-418D-AE19-62706E023703}">
                      <ahyp:hlinkClr xmlns:ahyp="http://schemas.microsoft.com/office/drawing/2018/hyperlinkcolor" val="tx"/>
                    </a:ext>
                  </a:extLst>
                </a:hlinkClick>
              </a:rPr>
              <a:t>feit-cmmlabcluster@unimelb.edu.au</a:t>
            </a:r>
            <a:r>
              <a:rPr lang="en-AU" b="0" dirty="0"/>
              <a:t> </a:t>
            </a:r>
          </a:p>
          <a:p>
            <a:r>
              <a:rPr lang="en-AU" b="0" dirty="0"/>
              <a:t>Fluid Dynamics, Energy &amp; Propulsion: </a:t>
            </a:r>
            <a:r>
              <a:rPr lang="en-AU" b="0" u="sng" dirty="0">
                <a:hlinkClick r:id="rId4">
                  <a:extLst>
                    <a:ext uri="{A12FA001-AC4F-418D-AE19-62706E023703}">
                      <ahyp:hlinkClr xmlns:ahyp="http://schemas.microsoft.com/office/drawing/2018/hyperlinkcolor" val="tx"/>
                    </a:ext>
                  </a:extLst>
                </a:hlinkClick>
              </a:rPr>
              <a:t>feit-fdeplabcluster@unimelb.edu.au</a:t>
            </a:r>
            <a:r>
              <a:rPr lang="en-AU" b="0" dirty="0"/>
              <a:t> </a:t>
            </a:r>
          </a:p>
          <a:p>
            <a:pPr lvl="0"/>
            <a:r>
              <a:rPr lang="en-AU" b="0" dirty="0"/>
              <a:t>Mechatronics, Electronics &amp; Digital: </a:t>
            </a:r>
            <a:r>
              <a:rPr lang="en-AU" b="0" u="sng" dirty="0">
                <a:hlinkClick r:id="rId5">
                  <a:extLst>
                    <a:ext uri="{A12FA001-AC4F-418D-AE19-62706E023703}">
                      <ahyp:hlinkClr xmlns:ahyp="http://schemas.microsoft.com/office/drawing/2018/hyperlinkcolor" val="tx"/>
                    </a:ext>
                  </a:extLst>
                </a:hlinkClick>
              </a:rPr>
              <a:t>feit-MEDlabcluster@unimelb.edu.au</a:t>
            </a:r>
            <a:r>
              <a:rPr lang="en-AU" b="0" dirty="0"/>
              <a:t> </a:t>
            </a:r>
          </a:p>
          <a:p>
            <a:pPr lvl="0"/>
            <a:r>
              <a:rPr lang="en-AU" b="0" dirty="0"/>
              <a:t>Structures, Geotech &amp; Environmental: </a:t>
            </a:r>
            <a:r>
              <a:rPr lang="en-AU" b="0" u="sng" dirty="0">
                <a:hlinkClick r:id="rId6">
                  <a:extLst>
                    <a:ext uri="{A12FA001-AC4F-418D-AE19-62706E023703}">
                      <ahyp:hlinkClr xmlns:ahyp="http://schemas.microsoft.com/office/drawing/2018/hyperlinkcolor" val="tx"/>
                    </a:ext>
                  </a:extLst>
                </a:hlinkClick>
              </a:rPr>
              <a:t>feit-SGElabcluster@unimelb.edu.au</a:t>
            </a:r>
            <a:r>
              <a:rPr lang="en-AU" b="0" dirty="0"/>
              <a:t> </a:t>
            </a:r>
          </a:p>
          <a:p>
            <a:r>
              <a:rPr lang="en-AU" b="0" dirty="0">
                <a:solidFill>
                  <a:schemeClr val="accent1">
                    <a:lumMod val="65000"/>
                    <a:lumOff val="35000"/>
                  </a:schemeClr>
                </a:solidFill>
              </a:rPr>
              <a:t>Biomedical and Bioengineering: </a:t>
            </a:r>
            <a:r>
              <a:rPr lang="en-AU" b="0" u="sng" dirty="0">
                <a:solidFill>
                  <a:schemeClr val="accent1">
                    <a:lumMod val="65000"/>
                    <a:lumOff val="35000"/>
                  </a:schemeClr>
                </a:solidFill>
                <a:hlinkClick r:id="rId7">
                  <a:extLst>
                    <a:ext uri="{A12FA001-AC4F-418D-AE19-62706E023703}">
                      <ahyp:hlinkClr xmlns:ahyp="http://schemas.microsoft.com/office/drawing/2018/hyperlinkcolor" val="tx"/>
                    </a:ext>
                  </a:extLst>
                </a:hlinkClick>
              </a:rPr>
              <a:t>feit-bblabcluster@unimelb.edu.au</a:t>
            </a:r>
            <a:r>
              <a:rPr lang="en-AU" b="0" dirty="0">
                <a:solidFill>
                  <a:schemeClr val="accent1">
                    <a:lumMod val="65000"/>
                    <a:lumOff val="35000"/>
                  </a:schemeClr>
                </a:solidFill>
              </a:rPr>
              <a:t> </a:t>
            </a:r>
          </a:p>
          <a:p>
            <a:endParaRPr lang="en-AU" u="sng" dirty="0"/>
          </a:p>
          <a:p>
            <a:r>
              <a:rPr lang="en-AU" u="sng" dirty="0"/>
              <a:t>The FEIT Student Guides</a:t>
            </a:r>
            <a:r>
              <a:rPr lang="en-AU" b="0" dirty="0"/>
              <a:t>: </a:t>
            </a:r>
            <a:r>
              <a:rPr lang="en-AU" b="0" dirty="0">
                <a:hlinkClick r:id="rId8">
                  <a:extLst>
                    <a:ext uri="{A12FA001-AC4F-418D-AE19-62706E023703}">
                      <ahyp:hlinkClr xmlns:ahyp="http://schemas.microsoft.com/office/drawing/2018/hyperlinkcolor" val="tx"/>
                    </a:ext>
                  </a:extLst>
                </a:hlinkClick>
              </a:rPr>
              <a:t>feit-studentguide@unimelb.edu.au</a:t>
            </a:r>
            <a:r>
              <a:rPr lang="en-AU" b="0" dirty="0"/>
              <a:t> </a:t>
            </a:r>
          </a:p>
          <a:p>
            <a:endParaRPr lang="en-AU" dirty="0"/>
          </a:p>
          <a:p>
            <a:endParaRPr lang="en-AU" b="0" dirty="0"/>
          </a:p>
        </p:txBody>
      </p:sp>
      <p:sp>
        <p:nvSpPr>
          <p:cNvPr id="4" name="TextBox 3">
            <a:extLst>
              <a:ext uri="{FF2B5EF4-FFF2-40B4-BE49-F238E27FC236}">
                <a16:creationId xmlns:a16="http://schemas.microsoft.com/office/drawing/2014/main" id="{EFEFC50D-236D-11F2-BC96-AEAAC4971DA1}"/>
              </a:ext>
            </a:extLst>
          </p:cNvPr>
          <p:cNvSpPr txBox="1"/>
          <p:nvPr/>
        </p:nvSpPr>
        <p:spPr>
          <a:xfrm>
            <a:off x="481692" y="5409230"/>
            <a:ext cx="11500798" cy="646331"/>
          </a:xfrm>
          <a:prstGeom prst="rect">
            <a:avLst/>
          </a:prstGeom>
          <a:noFill/>
        </p:spPr>
        <p:txBody>
          <a:bodyPr wrap="square" rtlCol="0">
            <a:spAutoFit/>
          </a:bodyPr>
          <a:lstStyle/>
          <a:p>
            <a:r>
              <a:rPr lang="en-AU" sz="2000" u="sng" dirty="0">
                <a:solidFill>
                  <a:srgbClr val="92D050"/>
                </a:solidFill>
              </a:rPr>
              <a:t>Tip</a:t>
            </a:r>
            <a:r>
              <a:rPr lang="en-AU" sz="2000" dirty="0">
                <a:solidFill>
                  <a:schemeClr val="bg1"/>
                </a:solidFill>
              </a:rPr>
              <a:t> – please include your capstone group name in the subject of </a:t>
            </a:r>
            <a:r>
              <a:rPr lang="en-AU" sz="2000" u="sng" dirty="0">
                <a:solidFill>
                  <a:schemeClr val="bg1"/>
                </a:solidFill>
              </a:rPr>
              <a:t>all</a:t>
            </a:r>
            <a:r>
              <a:rPr lang="en-AU" sz="2000" dirty="0">
                <a:solidFill>
                  <a:schemeClr val="bg1"/>
                </a:solidFill>
              </a:rPr>
              <a:t> emails (</a:t>
            </a:r>
            <a:r>
              <a:rPr lang="en-AU" sz="2000" dirty="0" err="1">
                <a:solidFill>
                  <a:schemeClr val="bg1"/>
                </a:solidFill>
              </a:rPr>
              <a:t>eg</a:t>
            </a:r>
            <a:r>
              <a:rPr lang="en-AU" sz="2000" dirty="0">
                <a:solidFill>
                  <a:schemeClr val="bg1"/>
                </a:solidFill>
              </a:rPr>
              <a:t> EMI-21-MMIC-042).  </a:t>
            </a:r>
          </a:p>
          <a:p>
            <a:endParaRPr lang="en-AU" sz="1600" dirty="0"/>
          </a:p>
        </p:txBody>
      </p:sp>
    </p:spTree>
    <p:extLst>
      <p:ext uri="{BB962C8B-B14F-4D97-AF65-F5344CB8AC3E}">
        <p14:creationId xmlns:p14="http://schemas.microsoft.com/office/powerpoint/2010/main" val="414938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6F228-5469-CB82-FF0F-88A8A9C78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4E228-90D3-B756-7795-AF0C53558B78}"/>
              </a:ext>
            </a:extLst>
          </p:cNvPr>
          <p:cNvSpPr>
            <a:spLocks noGrp="1"/>
          </p:cNvSpPr>
          <p:nvPr>
            <p:ph type="title"/>
          </p:nvPr>
        </p:nvSpPr>
        <p:spPr>
          <a:xfrm>
            <a:off x="161117" y="342000"/>
            <a:ext cx="10811684" cy="531544"/>
          </a:xfrm>
        </p:spPr>
        <p:txBody>
          <a:bodyPr/>
          <a:lstStyle/>
          <a:p>
            <a:r>
              <a:rPr lang="en-GB" dirty="0"/>
              <a:t>Organise a meeting with your </a:t>
            </a:r>
            <a:r>
              <a:rPr lang="en-GB" dirty="0" err="1"/>
              <a:t>Lab&amp;Tech</a:t>
            </a:r>
            <a:r>
              <a:rPr lang="en-GB" dirty="0"/>
              <a:t> Cluster</a:t>
            </a:r>
            <a:endParaRPr lang="en-AU" dirty="0"/>
          </a:p>
        </p:txBody>
      </p:sp>
      <p:sp>
        <p:nvSpPr>
          <p:cNvPr id="3" name="Content Placeholder 2">
            <a:extLst>
              <a:ext uri="{FF2B5EF4-FFF2-40B4-BE49-F238E27FC236}">
                <a16:creationId xmlns:a16="http://schemas.microsoft.com/office/drawing/2014/main" id="{33971E13-D682-B0B0-B94E-C6880100B7A5}"/>
              </a:ext>
            </a:extLst>
          </p:cNvPr>
          <p:cNvSpPr>
            <a:spLocks noGrp="1"/>
          </p:cNvSpPr>
          <p:nvPr>
            <p:ph sz="quarter" idx="14"/>
          </p:nvPr>
        </p:nvSpPr>
        <p:spPr>
          <a:xfrm>
            <a:off x="-312128" y="1383978"/>
            <a:ext cx="12351728" cy="4769172"/>
          </a:xfrm>
        </p:spPr>
        <p:txBody>
          <a:bodyPr/>
          <a:lstStyle/>
          <a:p>
            <a:r>
              <a:rPr lang="en-AU" sz="1600" dirty="0"/>
              <a:t>       </a:t>
            </a:r>
            <a:r>
              <a:rPr lang="en-AU" sz="1600" u="sng" dirty="0"/>
              <a:t>Things to discuss with your </a:t>
            </a:r>
            <a:r>
              <a:rPr lang="en-AU" sz="1600" u="sng" dirty="0" err="1"/>
              <a:t>Lab&amp;Tech</a:t>
            </a:r>
            <a:r>
              <a:rPr lang="en-AU" sz="1600" u="sng" dirty="0"/>
              <a:t> Cluster: </a:t>
            </a:r>
          </a:p>
          <a:p>
            <a:pPr marL="821700" lvl="3" indent="-342900">
              <a:lnSpc>
                <a:spcPct val="150000"/>
              </a:lnSpc>
              <a:buFontTx/>
              <a:buChar char="-"/>
            </a:pPr>
            <a:r>
              <a:rPr lang="en-GB" sz="1600" b="1" dirty="0"/>
              <a:t>Risk Assessment </a:t>
            </a:r>
            <a:r>
              <a:rPr lang="en-GB" sz="1400" b="0" dirty="0"/>
              <a:t>– the </a:t>
            </a:r>
            <a:r>
              <a:rPr lang="en-GB" sz="1400" b="0" dirty="0" err="1"/>
              <a:t>Lab&amp;Tech</a:t>
            </a:r>
            <a:r>
              <a:rPr lang="en-GB" sz="1400" b="0" dirty="0"/>
              <a:t> Cluster will be one of your subject matter experts (SMEs) and can help you define your risks and assist with 		     developing appropriate controls.  </a:t>
            </a:r>
            <a:br>
              <a:rPr lang="en-GB" sz="1400" b="0" dirty="0"/>
            </a:br>
            <a:r>
              <a:rPr lang="en-GB" sz="1400" b="0" dirty="0"/>
              <a:t>		              </a:t>
            </a:r>
            <a:r>
              <a:rPr lang="en-GB" sz="1400" b="0" u="sng" dirty="0"/>
              <a:t>Please come with a draft risk assessment</a:t>
            </a:r>
            <a:r>
              <a:rPr lang="en-GB" sz="1400" u="sng" dirty="0"/>
              <a:t> and </a:t>
            </a:r>
            <a:r>
              <a:rPr lang="en-GB" sz="1400" b="0" u="sng" dirty="0"/>
              <a:t>ensure you have completed your LMS safety training.</a:t>
            </a:r>
          </a:p>
          <a:p>
            <a:pPr marL="821700" lvl="3" indent="-342900">
              <a:lnSpc>
                <a:spcPct val="150000"/>
              </a:lnSpc>
              <a:buFontTx/>
              <a:buChar char="-"/>
            </a:pPr>
            <a:r>
              <a:rPr lang="en-GB" sz="1600" b="1" dirty="0"/>
              <a:t>Training</a:t>
            </a:r>
            <a:r>
              <a:rPr lang="en-GB" sz="1400" b="0" dirty="0"/>
              <a:t> – based on the risks in your project the </a:t>
            </a:r>
            <a:r>
              <a:rPr lang="en-GB" sz="1400" b="0" dirty="0" err="1"/>
              <a:t>Lab&amp;Tech</a:t>
            </a:r>
            <a:r>
              <a:rPr lang="en-GB" sz="1400" b="0" dirty="0"/>
              <a:t> Cluster may allocate additional safety training to you, for example Chemical  </a:t>
            </a:r>
            <a:br>
              <a:rPr lang="en-GB" sz="1400" b="0" dirty="0"/>
            </a:br>
            <a:r>
              <a:rPr lang="en-GB" sz="1400" b="0" dirty="0"/>
              <a:t>                     Management training.  This will be made available via </a:t>
            </a:r>
            <a:r>
              <a:rPr lang="en-GB" sz="1400" b="0" dirty="0" err="1"/>
              <a:t>TrainMe</a:t>
            </a:r>
            <a:r>
              <a:rPr lang="en-GB" sz="1400" b="0" dirty="0"/>
              <a:t>.</a:t>
            </a:r>
          </a:p>
          <a:p>
            <a:pPr marL="821700" lvl="3" indent="-342900">
              <a:lnSpc>
                <a:spcPct val="150000"/>
              </a:lnSpc>
              <a:buFontTx/>
              <a:buChar char="-"/>
            </a:pPr>
            <a:r>
              <a:rPr lang="en-GB" sz="1600" b="1" dirty="0"/>
              <a:t>Lab Access </a:t>
            </a:r>
            <a:r>
              <a:rPr lang="en-GB" sz="1400" b="0" dirty="0"/>
              <a:t>– if you need to work in a lab your </a:t>
            </a:r>
            <a:r>
              <a:rPr lang="en-GB" sz="1400" b="0" dirty="0" err="1"/>
              <a:t>Lab&amp;Tech</a:t>
            </a:r>
            <a:r>
              <a:rPr lang="en-GB" sz="1400" b="0" dirty="0"/>
              <a:t> Cluster will help arrange the appropriate Local Area Induction, any bench </a:t>
            </a:r>
            <a:br>
              <a:rPr lang="en-GB" sz="1400" b="0" dirty="0"/>
            </a:br>
            <a:r>
              <a:rPr lang="en-GB" sz="1400" b="0" dirty="0"/>
              <a:t>                           allocation if required and any additional training to access speciality equipment.</a:t>
            </a:r>
          </a:p>
          <a:p>
            <a:pPr marL="821700" lvl="3" indent="-342900">
              <a:lnSpc>
                <a:spcPct val="150000"/>
              </a:lnSpc>
              <a:buFontTx/>
              <a:buChar char="-"/>
            </a:pPr>
            <a:r>
              <a:rPr lang="en-GB" sz="1600" b="1" dirty="0"/>
              <a:t>Specialty Equipment and or Services </a:t>
            </a:r>
            <a:r>
              <a:rPr lang="en-GB" sz="1400" dirty="0"/>
              <a:t>– If you require access to specialty expert services (e.g. Engineering Workshop)  and/or specialty </a:t>
            </a:r>
            <a:br>
              <a:rPr lang="en-GB" sz="1400" dirty="0"/>
            </a:br>
            <a:r>
              <a:rPr lang="en-GB" sz="1400" dirty="0"/>
              <a:t>                                                                             equipment, your </a:t>
            </a:r>
            <a:r>
              <a:rPr lang="en-GB" sz="1400" dirty="0" err="1"/>
              <a:t>Lab&amp;Tech</a:t>
            </a:r>
            <a:r>
              <a:rPr lang="en-GB" sz="1400" dirty="0"/>
              <a:t> Cluster will advise how to access these (e.g. sign up to iLab etc.). </a:t>
            </a:r>
          </a:p>
          <a:p>
            <a:pPr marL="821700" lvl="3" indent="-342900">
              <a:lnSpc>
                <a:spcPct val="150000"/>
              </a:lnSpc>
              <a:buFontTx/>
              <a:buChar char="-"/>
            </a:pPr>
            <a:r>
              <a:rPr lang="en-GB" sz="1600" b="1" dirty="0"/>
              <a:t>The Creator Space </a:t>
            </a:r>
            <a:r>
              <a:rPr lang="en-GB" sz="1400" b="0" dirty="0"/>
              <a:t>– TCS is free for everyone to use between the hours of 10am and 7pm.  </a:t>
            </a:r>
            <a:br>
              <a:rPr lang="en-GB" sz="1400" b="0" dirty="0"/>
            </a:br>
            <a:r>
              <a:rPr lang="en-GB" sz="1400" b="0" dirty="0"/>
              <a:t>	                                 If you have yet to attend Induction training, please start here: </a:t>
            </a:r>
            <a:r>
              <a:rPr lang="en-GB" sz="1400" b="0" dirty="0">
                <a:hlinkClick r:id="rId2">
                  <a:extLst>
                    <a:ext uri="{A12FA001-AC4F-418D-AE19-62706E023703}">
                      <ahyp:hlinkClr xmlns:ahyp="http://schemas.microsoft.com/office/drawing/2018/hyperlinkcolor" val="tx"/>
                    </a:ext>
                  </a:extLst>
                </a:hlinkClick>
              </a:rPr>
              <a:t>https://eng.unimelb.edu.au/the-creator-space</a:t>
            </a:r>
            <a:endParaRPr lang="en-GB" sz="1400" b="0" dirty="0"/>
          </a:p>
          <a:p>
            <a:pPr marL="821700" lvl="3" indent="-342900">
              <a:lnSpc>
                <a:spcPct val="150000"/>
              </a:lnSpc>
              <a:buFontTx/>
              <a:buChar char="-"/>
            </a:pPr>
            <a:r>
              <a:rPr lang="en-AU" sz="1600" b="1" dirty="0"/>
              <a:t>Materials and expenses </a:t>
            </a:r>
            <a:r>
              <a:rPr lang="en-AU" sz="1400" dirty="0"/>
              <a:t>– if you will have to procure consumables, IT equipment, software, access to Ai, PPE, have travel expenses, other </a:t>
            </a:r>
            <a:br>
              <a:rPr lang="en-AU" sz="1400" dirty="0"/>
            </a:br>
            <a:r>
              <a:rPr lang="en-AU" sz="1400" dirty="0"/>
              <a:t>                                                  equipment needs your </a:t>
            </a:r>
            <a:r>
              <a:rPr lang="en-AU" sz="1400" dirty="0" err="1"/>
              <a:t>Lab&amp;Tech</a:t>
            </a:r>
            <a:r>
              <a:rPr lang="en-AU" sz="1400" dirty="0"/>
              <a:t> Cluster can advise if these are readily available/”in-kind” or how to procure them. </a:t>
            </a:r>
            <a:endParaRPr lang="en-GB" sz="1400" b="0" dirty="0"/>
          </a:p>
          <a:p>
            <a:pPr marL="342900" indent="-342900">
              <a:buFontTx/>
              <a:buChar char="-"/>
            </a:pPr>
            <a:endParaRPr lang="en-AU" b="0" dirty="0"/>
          </a:p>
          <a:p>
            <a:endParaRPr lang="en-AU" dirty="0"/>
          </a:p>
          <a:p>
            <a:endParaRPr lang="en-AU" dirty="0"/>
          </a:p>
        </p:txBody>
      </p:sp>
    </p:spTree>
    <p:extLst>
      <p:ext uri="{BB962C8B-B14F-4D97-AF65-F5344CB8AC3E}">
        <p14:creationId xmlns:p14="http://schemas.microsoft.com/office/powerpoint/2010/main" val="2428192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12168-F04F-B92A-D214-DEB01E41778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A85C69B-6CB6-3A67-EF4E-B733570CCEBC}"/>
              </a:ext>
            </a:extLst>
          </p:cNvPr>
          <p:cNvSpPr>
            <a:spLocks noGrp="1"/>
          </p:cNvSpPr>
          <p:nvPr>
            <p:ph type="title"/>
          </p:nvPr>
        </p:nvSpPr>
        <p:spPr>
          <a:xfrm>
            <a:off x="350196" y="1916832"/>
            <a:ext cx="11290570" cy="2726013"/>
          </a:xfrm>
        </p:spPr>
        <p:txBody>
          <a:bodyPr/>
          <a:lstStyle/>
          <a:p>
            <a:r>
              <a:rPr lang="en-AU" dirty="0"/>
              <a:t>    </a:t>
            </a:r>
            <a:r>
              <a:rPr lang="en-AU" dirty="0">
                <a:solidFill>
                  <a:schemeClr val="accent1">
                    <a:lumMod val="65000"/>
                    <a:lumOff val="35000"/>
                  </a:schemeClr>
                </a:solidFill>
              </a:rPr>
              <a:t>(1) Meet your </a:t>
            </a:r>
            <a:r>
              <a:rPr lang="en-AU" dirty="0" err="1">
                <a:solidFill>
                  <a:schemeClr val="accent1">
                    <a:lumMod val="65000"/>
                    <a:lumOff val="35000"/>
                  </a:schemeClr>
                </a:solidFill>
              </a:rPr>
              <a:t>Lab&amp;Tech</a:t>
            </a:r>
            <a:r>
              <a:rPr lang="en-AU" dirty="0">
                <a:solidFill>
                  <a:schemeClr val="accent1">
                    <a:lumMod val="65000"/>
                    <a:lumOff val="35000"/>
                  </a:schemeClr>
                </a:solidFill>
              </a:rPr>
              <a:t> Support,  </a:t>
            </a:r>
            <a:br>
              <a:rPr lang="en-AU" dirty="0"/>
            </a:br>
            <a:r>
              <a:rPr lang="en-AU" dirty="0">
                <a:solidFill>
                  <a:schemeClr val="accent1">
                    <a:lumMod val="65000"/>
                    <a:lumOff val="35000"/>
                  </a:schemeClr>
                </a:solidFill>
              </a:rPr>
              <a:t>    </a:t>
            </a:r>
            <a:r>
              <a:rPr lang="en-AU" dirty="0"/>
              <a:t>(2) Budgeting &amp; Finance </a:t>
            </a:r>
            <a:r>
              <a:rPr lang="en-AU" dirty="0">
                <a:solidFill>
                  <a:schemeClr val="accent1">
                    <a:lumMod val="65000"/>
                    <a:lumOff val="35000"/>
                  </a:schemeClr>
                </a:solidFill>
              </a:rPr>
              <a:t>and 		</a:t>
            </a:r>
            <a:br>
              <a:rPr lang="en-AU" dirty="0">
                <a:solidFill>
                  <a:schemeClr val="accent1">
                    <a:lumMod val="65000"/>
                    <a:lumOff val="35000"/>
                  </a:schemeClr>
                </a:solidFill>
              </a:rPr>
            </a:br>
            <a:r>
              <a:rPr lang="en-AU" dirty="0">
                <a:solidFill>
                  <a:schemeClr val="accent1">
                    <a:lumMod val="65000"/>
                    <a:lumOff val="35000"/>
                  </a:schemeClr>
                </a:solidFill>
              </a:rPr>
              <a:t>    (3) </a:t>
            </a:r>
            <a:r>
              <a:rPr lang="en-AU" dirty="0" err="1">
                <a:solidFill>
                  <a:schemeClr val="accent1">
                    <a:lumMod val="65000"/>
                    <a:lumOff val="35000"/>
                  </a:schemeClr>
                </a:solidFill>
              </a:rPr>
              <a:t>eMarket</a:t>
            </a:r>
            <a:r>
              <a:rPr lang="en-AU" dirty="0">
                <a:solidFill>
                  <a:schemeClr val="accent1">
                    <a:lumMod val="65000"/>
                    <a:lumOff val="35000"/>
                  </a:schemeClr>
                </a:solidFill>
              </a:rPr>
              <a:t> &amp; Procurement Steps</a:t>
            </a:r>
          </a:p>
        </p:txBody>
      </p:sp>
      <p:sp>
        <p:nvSpPr>
          <p:cNvPr id="3" name="Text Placeholder 2">
            <a:extLst>
              <a:ext uri="{FF2B5EF4-FFF2-40B4-BE49-F238E27FC236}">
                <a16:creationId xmlns:a16="http://schemas.microsoft.com/office/drawing/2014/main" id="{B98BBA8E-DE48-AC59-50B3-7E564A4F2566}"/>
              </a:ext>
            </a:extLst>
          </p:cNvPr>
          <p:cNvSpPr>
            <a:spLocks noGrp="1"/>
          </p:cNvSpPr>
          <p:nvPr>
            <p:ph type="body" sz="quarter" idx="18"/>
          </p:nvPr>
        </p:nvSpPr>
        <p:spPr/>
        <p:txBody>
          <a:bodyPr/>
          <a:lstStyle/>
          <a:p>
            <a:r>
              <a:rPr lang="en-AU" dirty="0"/>
              <a:t>Semester 1, 2026</a:t>
            </a:r>
          </a:p>
        </p:txBody>
      </p:sp>
    </p:spTree>
    <p:extLst>
      <p:ext uri="{BB962C8B-B14F-4D97-AF65-F5344CB8AC3E}">
        <p14:creationId xmlns:p14="http://schemas.microsoft.com/office/powerpoint/2010/main" val="679518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682A5-3A73-911B-AECA-2B385B462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A589B7-440E-0A0D-6AEA-B2985845A9FA}"/>
              </a:ext>
            </a:extLst>
          </p:cNvPr>
          <p:cNvSpPr>
            <a:spLocks noGrp="1"/>
          </p:cNvSpPr>
          <p:nvPr>
            <p:ph type="title"/>
          </p:nvPr>
        </p:nvSpPr>
        <p:spPr>
          <a:xfrm>
            <a:off x="345600" y="342000"/>
            <a:ext cx="9921347" cy="531544"/>
          </a:xfrm>
        </p:spPr>
        <p:txBody>
          <a:bodyPr/>
          <a:lstStyle/>
          <a:p>
            <a:r>
              <a:rPr lang="en-AU" dirty="0"/>
              <a:t>Submit your General Risk Assessment (GRA)</a:t>
            </a:r>
          </a:p>
        </p:txBody>
      </p:sp>
      <p:sp>
        <p:nvSpPr>
          <p:cNvPr id="3" name="Content Placeholder 2">
            <a:extLst>
              <a:ext uri="{FF2B5EF4-FFF2-40B4-BE49-F238E27FC236}">
                <a16:creationId xmlns:a16="http://schemas.microsoft.com/office/drawing/2014/main" id="{5A282088-5EC8-96B2-FC8A-FA76328E5F57}"/>
              </a:ext>
            </a:extLst>
          </p:cNvPr>
          <p:cNvSpPr>
            <a:spLocks noGrp="1"/>
          </p:cNvSpPr>
          <p:nvPr>
            <p:ph sz="quarter" idx="14"/>
          </p:nvPr>
        </p:nvSpPr>
        <p:spPr>
          <a:xfrm>
            <a:off x="225284" y="1367724"/>
            <a:ext cx="11500798" cy="4645745"/>
          </a:xfrm>
        </p:spPr>
        <p:txBody>
          <a:bodyPr/>
          <a:lstStyle/>
          <a:p>
            <a:pPr marL="342900" indent="-342900">
              <a:buFont typeface="Arial" panose="020B0604020202020204" pitchFamily="34" charset="0"/>
              <a:buChar char="•"/>
            </a:pPr>
            <a:r>
              <a:rPr lang="en-AU" b="0" dirty="0"/>
              <a:t>The GRA is required to get to the budget stage of your project.</a:t>
            </a:r>
          </a:p>
          <a:p>
            <a:pPr marL="342900" indent="-342900">
              <a:buFont typeface="Arial" panose="020B0604020202020204" pitchFamily="34" charset="0"/>
              <a:buChar char="•"/>
            </a:pPr>
            <a:r>
              <a:rPr lang="en-AU" b="0" dirty="0"/>
              <a:t>All safety documentation should be written with your supervisor and reviewed by the </a:t>
            </a:r>
            <a:r>
              <a:rPr lang="en-AU" b="0" dirty="0" err="1"/>
              <a:t>Lab&amp;Tech</a:t>
            </a:r>
            <a:r>
              <a:rPr lang="en-AU" b="0" dirty="0"/>
              <a:t> Cluster (as well as any other relevant SMEs) </a:t>
            </a:r>
            <a:r>
              <a:rPr lang="en-GB" b="0" dirty="0"/>
              <a:t>prior to submitting</a:t>
            </a:r>
            <a:r>
              <a:rPr lang="en-AU" b="0" dirty="0"/>
              <a:t>.</a:t>
            </a:r>
          </a:p>
          <a:p>
            <a:pPr marL="342900" indent="-342900">
              <a:buFont typeface="Arial" panose="020B0604020202020204" pitchFamily="34" charset="0"/>
              <a:buChar char="•"/>
            </a:pPr>
            <a:r>
              <a:rPr lang="en-AU" b="0" dirty="0"/>
              <a:t>You might be required to prepare additional safety documentation beyond the GRA that is mandatory for each project – this will depend on the activities you will undertake.</a:t>
            </a:r>
          </a:p>
          <a:p>
            <a:pPr marL="342900" indent="-342900">
              <a:buFont typeface="Arial" panose="020B0604020202020204" pitchFamily="34" charset="0"/>
              <a:buChar char="•"/>
            </a:pPr>
            <a:r>
              <a:rPr lang="en-AU" b="0" dirty="0"/>
              <a:t>Other safety documentation could be:</a:t>
            </a:r>
          </a:p>
          <a:p>
            <a:pPr marL="821700" lvl="3" indent="-342900">
              <a:buFont typeface="Wingdings" panose="05000000000000000000" pitchFamily="2" charset="2"/>
              <a:buChar char="Ø"/>
            </a:pPr>
            <a:r>
              <a:rPr lang="en-AU" sz="1800" dirty="0"/>
              <a:t>Task Risk Assessments  (</a:t>
            </a:r>
            <a:r>
              <a:rPr lang="en-AU" sz="1800" dirty="0" err="1"/>
              <a:t>tRAs</a:t>
            </a:r>
            <a:r>
              <a:rPr lang="en-AU" sz="1800" dirty="0"/>
              <a:t>)</a:t>
            </a:r>
          </a:p>
          <a:p>
            <a:pPr marL="821700" lvl="3" indent="-342900">
              <a:buFont typeface="Wingdings" panose="05000000000000000000" pitchFamily="2" charset="2"/>
              <a:buChar char="Ø"/>
            </a:pPr>
            <a:r>
              <a:rPr lang="en-AU" sz="1800" dirty="0"/>
              <a:t>Chemical Risk Assessments (</a:t>
            </a:r>
            <a:r>
              <a:rPr lang="en-AU" sz="1800" dirty="0" err="1"/>
              <a:t>cRAs</a:t>
            </a:r>
            <a:r>
              <a:rPr lang="en-AU" sz="1800" dirty="0"/>
              <a:t>)</a:t>
            </a:r>
          </a:p>
          <a:p>
            <a:pPr marL="821700" lvl="3" indent="-342900">
              <a:buFont typeface="Wingdings" panose="05000000000000000000" pitchFamily="2" charset="2"/>
              <a:buChar char="Ø"/>
            </a:pPr>
            <a:r>
              <a:rPr lang="en-AU" sz="1800" dirty="0"/>
              <a:t>Standard Operational Procedures (SOPs)</a:t>
            </a:r>
          </a:p>
          <a:p>
            <a:pPr marL="821700" lvl="3" indent="-342900">
              <a:buFont typeface="Wingdings" panose="05000000000000000000" pitchFamily="2" charset="2"/>
              <a:buChar char="Ø"/>
            </a:pPr>
            <a:r>
              <a:rPr lang="en-AU" sz="1800" dirty="0"/>
              <a:t>Plant Risk Assessments (</a:t>
            </a:r>
            <a:r>
              <a:rPr lang="en-AU" sz="1800" dirty="0" err="1"/>
              <a:t>pRAs</a:t>
            </a:r>
            <a:r>
              <a:rPr lang="en-AU" sz="1800" dirty="0"/>
              <a:t>)</a:t>
            </a:r>
          </a:p>
        </p:txBody>
      </p:sp>
      <p:pic>
        <p:nvPicPr>
          <p:cNvPr id="8" name="Picture 7">
            <a:extLst>
              <a:ext uri="{FF2B5EF4-FFF2-40B4-BE49-F238E27FC236}">
                <a16:creationId xmlns:a16="http://schemas.microsoft.com/office/drawing/2014/main" id="{030CB595-97F9-FBD8-82DD-88E3BC79EDFD}"/>
              </a:ext>
            </a:extLst>
          </p:cNvPr>
          <p:cNvPicPr>
            <a:picLocks noChangeAspect="1"/>
          </p:cNvPicPr>
          <p:nvPr/>
        </p:nvPicPr>
        <p:blipFill>
          <a:blip r:embed="rId2"/>
          <a:stretch>
            <a:fillRect/>
          </a:stretch>
        </p:blipFill>
        <p:spPr>
          <a:xfrm>
            <a:off x="6542795" y="3247861"/>
            <a:ext cx="4496596" cy="207898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5" name="Picture 4">
            <a:extLst>
              <a:ext uri="{FF2B5EF4-FFF2-40B4-BE49-F238E27FC236}">
                <a16:creationId xmlns:a16="http://schemas.microsoft.com/office/drawing/2014/main" id="{5E847DAA-DD8B-F767-155C-9E2A002C41A1}"/>
              </a:ext>
            </a:extLst>
          </p:cNvPr>
          <p:cNvPicPr>
            <a:picLocks noChangeAspect="1"/>
          </p:cNvPicPr>
          <p:nvPr/>
        </p:nvPicPr>
        <p:blipFill>
          <a:blip r:embed="rId3"/>
          <a:stretch>
            <a:fillRect/>
          </a:stretch>
        </p:blipFill>
        <p:spPr>
          <a:xfrm>
            <a:off x="9857297" y="4790766"/>
            <a:ext cx="1695983" cy="69951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 name="TextBox 3">
            <a:extLst>
              <a:ext uri="{FF2B5EF4-FFF2-40B4-BE49-F238E27FC236}">
                <a16:creationId xmlns:a16="http://schemas.microsoft.com/office/drawing/2014/main" id="{C70F3FB0-6029-9E16-35FA-467A6E646407}"/>
              </a:ext>
            </a:extLst>
          </p:cNvPr>
          <p:cNvSpPr txBox="1"/>
          <p:nvPr/>
        </p:nvSpPr>
        <p:spPr>
          <a:xfrm>
            <a:off x="2402279" y="5821028"/>
            <a:ext cx="7146809" cy="830740"/>
          </a:xfrm>
          <a:prstGeom prst="rect">
            <a:avLst/>
          </a:prstGeom>
          <a:solidFill>
            <a:srgbClr val="FFD629"/>
          </a:solidFill>
        </p:spPr>
        <p:style>
          <a:lnRef idx="3">
            <a:schemeClr val="lt1"/>
          </a:lnRef>
          <a:fillRef idx="1">
            <a:schemeClr val="accent3"/>
          </a:fillRef>
          <a:effectRef idx="1">
            <a:schemeClr val="accent3"/>
          </a:effectRef>
          <a:fontRef idx="minor">
            <a:schemeClr val="lt1"/>
          </a:fontRef>
        </p:style>
        <p:txBody>
          <a:bodyPr wrap="square" rtlCol="0">
            <a:spAutoFit/>
          </a:bodyPr>
          <a:lstStyle/>
          <a:p>
            <a:r>
              <a:rPr lang="en-AU" b="1" cap="small" dirty="0">
                <a:solidFill>
                  <a:srgbClr val="FF0000"/>
                </a:solidFill>
              </a:rPr>
              <a:t>All safety documentation should be regularly   </a:t>
            </a:r>
            <a:br>
              <a:rPr lang="en-AU" b="1" cap="small" dirty="0">
                <a:solidFill>
                  <a:srgbClr val="FF0000"/>
                </a:solidFill>
              </a:rPr>
            </a:br>
            <a:r>
              <a:rPr lang="en-AU" b="1" cap="small" dirty="0">
                <a:solidFill>
                  <a:srgbClr val="FF0000"/>
                </a:solidFill>
              </a:rPr>
              <a:t>          </a:t>
            </a:r>
            <a:r>
              <a:rPr lang="en-AU" b="1" dirty="0">
                <a:ln w="6600">
                  <a:solidFill>
                    <a:srgbClr val="C00000"/>
                  </a:solidFill>
                  <a:prstDash val="solid"/>
                </a:ln>
                <a:solidFill>
                  <a:srgbClr val="FF0000"/>
                </a:solidFill>
                <a:effectLst>
                  <a:outerShdw dist="38100" dir="2700000" algn="tl" rotWithShape="0">
                    <a:schemeClr val="accent2"/>
                  </a:outerShdw>
                </a:effectLst>
              </a:rPr>
              <a:t>Revisited</a:t>
            </a:r>
            <a:r>
              <a:rPr lang="en-AU" b="1" cap="small" dirty="0">
                <a:solidFill>
                  <a:srgbClr val="FF0000"/>
                </a:solidFill>
              </a:rPr>
              <a:t>, </a:t>
            </a:r>
            <a:r>
              <a:rPr lang="en-AU" b="1" dirty="0">
                <a:ln w="6600">
                  <a:solidFill>
                    <a:srgbClr val="C00000"/>
                  </a:solidFill>
                  <a:prstDash val="solid"/>
                </a:ln>
                <a:solidFill>
                  <a:srgbClr val="FF0000"/>
                </a:solidFill>
                <a:effectLst>
                  <a:outerShdw dist="38100" dir="2700000" algn="tl" rotWithShape="0">
                    <a:schemeClr val="accent2"/>
                  </a:outerShdw>
                </a:effectLst>
              </a:rPr>
              <a:t>Reviewed</a:t>
            </a:r>
            <a:r>
              <a:rPr lang="en-AU" b="1" cap="small" dirty="0">
                <a:solidFill>
                  <a:srgbClr val="FF0000"/>
                </a:solidFill>
              </a:rPr>
              <a:t> and </a:t>
            </a:r>
            <a:r>
              <a:rPr lang="en-AU" b="1" dirty="0">
                <a:ln w="6600">
                  <a:solidFill>
                    <a:srgbClr val="C00000"/>
                  </a:solidFill>
                  <a:prstDash val="solid"/>
                </a:ln>
                <a:solidFill>
                  <a:srgbClr val="FF0000"/>
                </a:solidFill>
                <a:effectLst>
                  <a:outerShdw dist="38100" dir="2700000" algn="tl" rotWithShape="0">
                    <a:schemeClr val="accent2"/>
                  </a:outerShdw>
                </a:effectLst>
              </a:rPr>
              <a:t>Revised</a:t>
            </a:r>
            <a:r>
              <a:rPr lang="en-AU" b="1" cap="small" dirty="0">
                <a:solidFill>
                  <a:srgbClr val="FF0000"/>
                </a:solidFill>
              </a:rPr>
              <a:t>.</a:t>
            </a:r>
          </a:p>
        </p:txBody>
      </p:sp>
      <p:sp>
        <p:nvSpPr>
          <p:cNvPr id="6" name="TextBox 5">
            <a:extLst>
              <a:ext uri="{FF2B5EF4-FFF2-40B4-BE49-F238E27FC236}">
                <a16:creationId xmlns:a16="http://schemas.microsoft.com/office/drawing/2014/main" id="{A5CE3CF6-4E77-83F9-4440-3EE3A52F5A76}"/>
              </a:ext>
            </a:extLst>
          </p:cNvPr>
          <p:cNvSpPr txBox="1"/>
          <p:nvPr/>
        </p:nvSpPr>
        <p:spPr>
          <a:xfrm>
            <a:off x="8409215" y="912380"/>
            <a:ext cx="2163534" cy="400110"/>
          </a:xfrm>
          <a:prstGeom prst="rect">
            <a:avLst/>
          </a:prstGeom>
          <a:solidFill>
            <a:srgbClr val="73234B"/>
          </a:solidFill>
        </p:spPr>
        <p:txBody>
          <a:bodyPr wrap="square" rtlCol="0">
            <a:spAutoFit/>
          </a:bodyPr>
          <a:lstStyle/>
          <a:p>
            <a:r>
              <a:rPr lang="en-AU" sz="2000" dirty="0">
                <a:solidFill>
                  <a:srgbClr val="92D050"/>
                </a:solidFill>
              </a:rPr>
              <a:t>Open from 21.08.</a:t>
            </a:r>
          </a:p>
        </p:txBody>
      </p:sp>
    </p:spTree>
    <p:extLst>
      <p:ext uri="{BB962C8B-B14F-4D97-AF65-F5344CB8AC3E}">
        <p14:creationId xmlns:p14="http://schemas.microsoft.com/office/powerpoint/2010/main" val="115573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A9DC0-80BB-2572-BC41-B57BF4784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B2CC4-C686-6DC6-CA47-CBEFD7E0B74F}"/>
              </a:ext>
            </a:extLst>
          </p:cNvPr>
          <p:cNvSpPr>
            <a:spLocks noGrp="1"/>
          </p:cNvSpPr>
          <p:nvPr>
            <p:ph type="title"/>
          </p:nvPr>
        </p:nvSpPr>
        <p:spPr/>
        <p:txBody>
          <a:bodyPr/>
          <a:lstStyle/>
          <a:p>
            <a:r>
              <a:rPr lang="en-AU" dirty="0"/>
              <a:t>Consider your anticipated expenses (1/2)</a:t>
            </a:r>
          </a:p>
        </p:txBody>
      </p:sp>
      <p:sp>
        <p:nvSpPr>
          <p:cNvPr id="3" name="Content Placeholder 2">
            <a:extLst>
              <a:ext uri="{FF2B5EF4-FFF2-40B4-BE49-F238E27FC236}">
                <a16:creationId xmlns:a16="http://schemas.microsoft.com/office/drawing/2014/main" id="{3DEBB429-E1EA-1F2C-A073-D84C80900378}"/>
              </a:ext>
            </a:extLst>
          </p:cNvPr>
          <p:cNvSpPr>
            <a:spLocks noGrp="1"/>
          </p:cNvSpPr>
          <p:nvPr>
            <p:ph sz="quarter" idx="14"/>
          </p:nvPr>
        </p:nvSpPr>
        <p:spPr>
          <a:xfrm>
            <a:off x="232603" y="1262386"/>
            <a:ext cx="11726794" cy="641030"/>
          </a:xfrm>
        </p:spPr>
        <p:txBody>
          <a:bodyPr/>
          <a:lstStyle/>
          <a:p>
            <a:pPr>
              <a:lnSpc>
                <a:spcPct val="100000"/>
              </a:lnSpc>
            </a:pPr>
            <a:r>
              <a:rPr lang="en-AU" sz="1400" i="1" u="sng" dirty="0"/>
              <a:t>(IT)</a:t>
            </a:r>
            <a:r>
              <a:rPr lang="en-AU" sz="1400" b="0" i="1" u="sng" dirty="0"/>
              <a:t> </a:t>
            </a:r>
            <a:r>
              <a:rPr lang="en-AU" sz="1400" i="1" u="sng" dirty="0"/>
              <a:t>Equipment</a:t>
            </a:r>
            <a:r>
              <a:rPr lang="en-AU" sz="1400" b="0" dirty="0"/>
              <a:t> </a:t>
            </a:r>
            <a:r>
              <a:rPr lang="en-AU" sz="1200" b="0" dirty="0"/>
              <a:t>– if you think you need hard drives, a Wi-Fi router, speciality cameras etc? </a:t>
            </a:r>
            <a:br>
              <a:rPr lang="en-AU" sz="1200" b="0" dirty="0"/>
            </a:br>
            <a:r>
              <a:rPr lang="en-AU" sz="1200" b="0" dirty="0"/>
              <a:t>	            Check in with the </a:t>
            </a:r>
            <a:r>
              <a:rPr lang="en-AU" sz="1200" b="0" dirty="0" err="1"/>
              <a:t>Lab&amp;Tech</a:t>
            </a:r>
            <a:r>
              <a:rPr lang="en-AU" sz="1200" b="0" dirty="0"/>
              <a:t> Cluster - these are typically lent to Capstone Teams for the duration of their project and recovered</a:t>
            </a:r>
            <a:br>
              <a:rPr lang="en-AU" sz="1200" b="0" dirty="0"/>
            </a:br>
            <a:r>
              <a:rPr lang="en-AU" sz="1200" b="0" dirty="0"/>
              <a:t>                                         for re-issue. These need to be declared as “in-kind” in the Capstone Budget.</a:t>
            </a:r>
          </a:p>
          <a:p>
            <a:endParaRPr lang="en-AU" dirty="0"/>
          </a:p>
        </p:txBody>
      </p:sp>
      <p:sp>
        <p:nvSpPr>
          <p:cNvPr id="4" name="Content Placeholder 2">
            <a:extLst>
              <a:ext uri="{FF2B5EF4-FFF2-40B4-BE49-F238E27FC236}">
                <a16:creationId xmlns:a16="http://schemas.microsoft.com/office/drawing/2014/main" id="{63907EB3-D3EA-F000-77D8-E2DDCFE5A68C}"/>
              </a:ext>
            </a:extLst>
          </p:cNvPr>
          <p:cNvSpPr txBox="1">
            <a:spLocks/>
          </p:cNvSpPr>
          <p:nvPr/>
        </p:nvSpPr>
        <p:spPr>
          <a:xfrm>
            <a:off x="232603" y="6002690"/>
            <a:ext cx="11726794" cy="465365"/>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1"/>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1"/>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1"/>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baseline="0">
                <a:solidFill>
                  <a:schemeClr val="bg1"/>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9pPr>
          </a:lstStyle>
          <a:p>
            <a:pPr>
              <a:lnSpc>
                <a:spcPct val="100000"/>
              </a:lnSpc>
            </a:pPr>
            <a:r>
              <a:rPr lang="en-AU" sz="1400" i="1" u="sng" dirty="0"/>
              <a:t>Nuts, bolts, screws, nails, acrylic, wood etc.</a:t>
            </a:r>
            <a:r>
              <a:rPr lang="en-AU" sz="1400" dirty="0"/>
              <a:t> </a:t>
            </a:r>
            <a:r>
              <a:rPr lang="en-AU" sz="1200" b="0" dirty="0"/>
              <a:t>- these must be purchased; TCS consumables cannot be used for capstone projects/”in-kind”.  </a:t>
            </a:r>
            <a:br>
              <a:rPr lang="en-AU" sz="1200" b="0" dirty="0"/>
            </a:br>
            <a:r>
              <a:rPr lang="en-AU" sz="1200" b="0" dirty="0"/>
              <a:t>	                                                              Suppliers that are readily available in </a:t>
            </a:r>
            <a:r>
              <a:rPr lang="en-AU" sz="1200" b="0" dirty="0" err="1"/>
              <a:t>eMarket</a:t>
            </a:r>
            <a:r>
              <a:rPr lang="en-AU" sz="1200" b="0" dirty="0"/>
              <a:t> include – Bunnings, Dean Distributors</a:t>
            </a:r>
          </a:p>
          <a:p>
            <a:pPr>
              <a:lnSpc>
                <a:spcPct val="150000"/>
              </a:lnSpc>
            </a:pPr>
            <a:r>
              <a:rPr lang="en-AU" sz="1200" b="0" dirty="0"/>
              <a:t> </a:t>
            </a:r>
          </a:p>
          <a:p>
            <a:endParaRPr lang="en-AU" dirty="0"/>
          </a:p>
        </p:txBody>
      </p:sp>
      <p:sp>
        <p:nvSpPr>
          <p:cNvPr id="5" name="Content Placeholder 2">
            <a:extLst>
              <a:ext uri="{FF2B5EF4-FFF2-40B4-BE49-F238E27FC236}">
                <a16:creationId xmlns:a16="http://schemas.microsoft.com/office/drawing/2014/main" id="{A5305ACF-8970-5E5F-F998-7BB26C5C07F4}"/>
              </a:ext>
            </a:extLst>
          </p:cNvPr>
          <p:cNvSpPr txBox="1">
            <a:spLocks/>
          </p:cNvSpPr>
          <p:nvPr/>
        </p:nvSpPr>
        <p:spPr>
          <a:xfrm>
            <a:off x="232603" y="2180741"/>
            <a:ext cx="11726794" cy="824592"/>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1"/>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1"/>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1"/>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baseline="0">
                <a:solidFill>
                  <a:schemeClr val="bg1"/>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9pPr>
          </a:lstStyle>
          <a:p>
            <a:pPr>
              <a:lnSpc>
                <a:spcPct val="100000"/>
              </a:lnSpc>
            </a:pPr>
            <a:r>
              <a:rPr lang="en-AU" sz="1400" i="1" u="sng" dirty="0"/>
              <a:t>Software &amp; Ai</a:t>
            </a:r>
            <a:r>
              <a:rPr lang="en-AU" sz="1200" b="0" dirty="0"/>
              <a:t> – the university has a range of software as well as GenAi subscriptions readily available – on the flipside there are also restrictions on what software get</a:t>
            </a:r>
            <a:br>
              <a:rPr lang="en-AU" sz="1200" b="0" dirty="0"/>
            </a:br>
            <a:r>
              <a:rPr lang="en-AU" sz="1200" b="0" dirty="0"/>
              <a:t>                               permission to be purchased. </a:t>
            </a:r>
            <a:br>
              <a:rPr lang="en-AU" sz="1200" b="0" dirty="0"/>
            </a:br>
            <a:r>
              <a:rPr lang="en-AU" sz="1200" b="0" dirty="0"/>
              <a:t>	              Let your </a:t>
            </a:r>
            <a:r>
              <a:rPr lang="en-AU" sz="1200" b="0" dirty="0" err="1"/>
              <a:t>Lab&amp;Tech</a:t>
            </a:r>
            <a:r>
              <a:rPr lang="en-AU" sz="1200" b="0" dirty="0"/>
              <a:t> Cluster know and they will work with the central IT team to determine the best way to procure. </a:t>
            </a:r>
            <a:br>
              <a:rPr lang="en-AU" sz="1200" b="0" dirty="0"/>
            </a:br>
            <a:r>
              <a:rPr lang="en-AU" sz="1200" b="0" dirty="0"/>
              <a:t>                                          ‘Free’ software &amp; GenAi subscriptions should be included as “in-kind” in the Capstone Budget.</a:t>
            </a:r>
          </a:p>
        </p:txBody>
      </p:sp>
      <p:sp>
        <p:nvSpPr>
          <p:cNvPr id="6" name="Content Placeholder 2">
            <a:extLst>
              <a:ext uri="{FF2B5EF4-FFF2-40B4-BE49-F238E27FC236}">
                <a16:creationId xmlns:a16="http://schemas.microsoft.com/office/drawing/2014/main" id="{6D81A53C-24CF-68E4-7C9E-51EF860176B0}"/>
              </a:ext>
            </a:extLst>
          </p:cNvPr>
          <p:cNvSpPr txBox="1">
            <a:spLocks/>
          </p:cNvSpPr>
          <p:nvPr/>
        </p:nvSpPr>
        <p:spPr>
          <a:xfrm>
            <a:off x="232603" y="3282658"/>
            <a:ext cx="11726794" cy="873577"/>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1"/>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1"/>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1"/>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baseline="0">
                <a:solidFill>
                  <a:schemeClr val="bg1"/>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9pPr>
          </a:lstStyle>
          <a:p>
            <a:pPr>
              <a:lnSpc>
                <a:spcPct val="100000"/>
              </a:lnSpc>
            </a:pPr>
            <a:r>
              <a:rPr lang="en-AU" sz="1400" i="1" u="sng" dirty="0"/>
              <a:t>Travel</a:t>
            </a:r>
            <a:r>
              <a:rPr lang="en-AU" sz="1200" b="0" dirty="0"/>
              <a:t> – travel costs can be covered under certain circumstances (e.g. if your project requires regular visits to the Industry partner or your project requires field work </a:t>
            </a:r>
            <a:br>
              <a:rPr lang="en-AU" sz="1200" b="0" dirty="0"/>
            </a:br>
            <a:r>
              <a:rPr lang="en-AU" sz="1200" b="0" dirty="0"/>
              <a:t>               sample collection).  </a:t>
            </a:r>
          </a:p>
          <a:p>
            <a:pPr>
              <a:lnSpc>
                <a:spcPct val="100000"/>
              </a:lnSpc>
            </a:pPr>
            <a:r>
              <a:rPr lang="en-AU" sz="1200" b="0" dirty="0"/>
              <a:t>	 Check in with your </a:t>
            </a:r>
            <a:r>
              <a:rPr lang="en-AU" sz="1200" b="0" dirty="0" err="1"/>
              <a:t>Lab&amp;Tech</a:t>
            </a:r>
            <a:r>
              <a:rPr lang="en-AU" sz="1200" b="0" dirty="0"/>
              <a:t> Cluster to see if you qualify for travel expenses.</a:t>
            </a:r>
            <a:br>
              <a:rPr lang="en-AU" sz="1200" b="0" dirty="0"/>
            </a:br>
            <a:r>
              <a:rPr lang="en-AU" sz="1200" b="0" dirty="0"/>
              <a:t>	 Travel expenses will only be covered where the location is more than 35km from Parkville. </a:t>
            </a:r>
          </a:p>
        </p:txBody>
      </p:sp>
      <p:sp>
        <p:nvSpPr>
          <p:cNvPr id="7" name="Content Placeholder 2">
            <a:extLst>
              <a:ext uri="{FF2B5EF4-FFF2-40B4-BE49-F238E27FC236}">
                <a16:creationId xmlns:a16="http://schemas.microsoft.com/office/drawing/2014/main" id="{1493C2DE-803C-BABE-FDBD-3FB0BE051214}"/>
              </a:ext>
            </a:extLst>
          </p:cNvPr>
          <p:cNvSpPr txBox="1">
            <a:spLocks/>
          </p:cNvSpPr>
          <p:nvPr/>
        </p:nvSpPr>
        <p:spPr>
          <a:xfrm>
            <a:off x="232603" y="4433560"/>
            <a:ext cx="11726794" cy="641030"/>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1"/>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1"/>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1"/>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baseline="0">
                <a:solidFill>
                  <a:schemeClr val="bg1"/>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9pPr>
          </a:lstStyle>
          <a:p>
            <a:pPr>
              <a:lnSpc>
                <a:spcPct val="100000"/>
              </a:lnSpc>
            </a:pPr>
            <a:r>
              <a:rPr lang="en-AU" sz="1400" i="1" u="sng" dirty="0"/>
              <a:t>Electronics</a:t>
            </a:r>
            <a:r>
              <a:rPr lang="en-AU" sz="1200" b="0" dirty="0"/>
              <a:t> – these must be purchased; The Creator Space (TCS) consumables cannot be used for capstone projects/”in-kind”.  </a:t>
            </a:r>
            <a:br>
              <a:rPr lang="en-AU" sz="1200" b="0" dirty="0"/>
            </a:br>
            <a:r>
              <a:rPr lang="en-AU" sz="1200" b="0" dirty="0"/>
              <a:t>                                       Suppliers that are readily available in </a:t>
            </a:r>
            <a:r>
              <a:rPr lang="en-AU" sz="1200" b="0" dirty="0" err="1"/>
              <a:t>eMarket</a:t>
            </a:r>
            <a:r>
              <a:rPr lang="en-AU" sz="1200" b="0" dirty="0"/>
              <a:t> include – Core, RS Components, </a:t>
            </a:r>
            <a:r>
              <a:rPr lang="en-AU" sz="1200" b="0" dirty="0" err="1"/>
              <a:t>Altronics</a:t>
            </a:r>
            <a:r>
              <a:rPr lang="en-AU" sz="1200" b="0" dirty="0"/>
              <a:t>, Element 14, </a:t>
            </a:r>
            <a:r>
              <a:rPr lang="en-AU" sz="1200" b="0" dirty="0" err="1"/>
              <a:t>Jaycar</a:t>
            </a:r>
            <a:r>
              <a:rPr lang="en-AU" sz="1200" b="0" dirty="0"/>
              <a:t>.  </a:t>
            </a:r>
            <a:br>
              <a:rPr lang="en-AU" sz="1200" b="0" dirty="0"/>
            </a:br>
            <a:r>
              <a:rPr lang="en-AU" sz="1200" b="0" dirty="0"/>
              <a:t>	           Printed Circuit Boards (PCBs) can be ordered via </a:t>
            </a:r>
            <a:r>
              <a:rPr lang="en-AU" sz="1200" b="0" dirty="0" err="1"/>
              <a:t>PCBWay</a:t>
            </a:r>
            <a:r>
              <a:rPr lang="en-AU" sz="1200" b="0" dirty="0"/>
              <a:t> - your Lab Cluster will assist.</a:t>
            </a:r>
          </a:p>
        </p:txBody>
      </p:sp>
      <p:sp>
        <p:nvSpPr>
          <p:cNvPr id="8" name="Content Placeholder 2">
            <a:extLst>
              <a:ext uri="{FF2B5EF4-FFF2-40B4-BE49-F238E27FC236}">
                <a16:creationId xmlns:a16="http://schemas.microsoft.com/office/drawing/2014/main" id="{0451F3E5-F64A-3C9B-0926-C3375CF43101}"/>
              </a:ext>
            </a:extLst>
          </p:cNvPr>
          <p:cNvSpPr txBox="1">
            <a:spLocks/>
          </p:cNvSpPr>
          <p:nvPr/>
        </p:nvSpPr>
        <p:spPr>
          <a:xfrm>
            <a:off x="232603" y="5351915"/>
            <a:ext cx="11726794" cy="373451"/>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1"/>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1"/>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1"/>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baseline="0">
                <a:solidFill>
                  <a:schemeClr val="bg1"/>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9pPr>
          </a:lstStyle>
          <a:p>
            <a:pPr>
              <a:lnSpc>
                <a:spcPct val="100000"/>
              </a:lnSpc>
            </a:pPr>
            <a:r>
              <a:rPr lang="en-AU" sz="1400" i="1" u="sng" dirty="0"/>
              <a:t>Lithium Batteries &amp; Power Supplies</a:t>
            </a:r>
            <a:r>
              <a:rPr lang="en-AU" sz="1400" dirty="0"/>
              <a:t> </a:t>
            </a:r>
            <a:r>
              <a:rPr lang="en-AU" sz="1200" b="0" dirty="0"/>
              <a:t>- </a:t>
            </a:r>
            <a:r>
              <a:rPr lang="en-AU" sz="1200" dirty="0"/>
              <a:t>projects involving lithium batteries or AC-powered equipment are subject to additional safety and compliance </a:t>
            </a:r>
            <a:br>
              <a:rPr lang="en-AU" sz="1200" dirty="0"/>
            </a:br>
            <a:r>
              <a:rPr lang="en-AU" sz="1200" dirty="0"/>
              <a:t>                                                                           requirements. Failure to meet these requirements may restrict laboratory access, testing activities etc.</a:t>
            </a:r>
            <a:endParaRPr lang="en-AU" sz="1200" b="0" dirty="0"/>
          </a:p>
          <a:p>
            <a:pPr>
              <a:lnSpc>
                <a:spcPct val="150000"/>
              </a:lnSpc>
            </a:pPr>
            <a:r>
              <a:rPr lang="en-AU" sz="1200" b="0" dirty="0"/>
              <a:t> </a:t>
            </a:r>
          </a:p>
          <a:p>
            <a:endParaRPr lang="en-AU" dirty="0"/>
          </a:p>
        </p:txBody>
      </p:sp>
      <p:sp>
        <p:nvSpPr>
          <p:cNvPr id="9" name="TextBox 8">
            <a:extLst>
              <a:ext uri="{FF2B5EF4-FFF2-40B4-BE49-F238E27FC236}">
                <a16:creationId xmlns:a16="http://schemas.microsoft.com/office/drawing/2014/main" id="{ADE53B38-AF9F-C4E0-5711-D58E2065647A}"/>
              </a:ext>
            </a:extLst>
          </p:cNvPr>
          <p:cNvSpPr txBox="1"/>
          <p:nvPr/>
        </p:nvSpPr>
        <p:spPr>
          <a:xfrm>
            <a:off x="9388929" y="154227"/>
            <a:ext cx="1510393" cy="646331"/>
          </a:xfrm>
          <a:prstGeom prst="rect">
            <a:avLst/>
          </a:prstGeom>
          <a:solidFill>
            <a:srgbClr val="73234B"/>
          </a:solidFill>
        </p:spPr>
        <p:txBody>
          <a:bodyPr wrap="square" rtlCol="0">
            <a:spAutoFit/>
          </a:bodyPr>
          <a:lstStyle/>
          <a:p>
            <a:r>
              <a:rPr lang="en-AU" sz="1800" dirty="0">
                <a:solidFill>
                  <a:srgbClr val="92D050"/>
                </a:solidFill>
              </a:rPr>
              <a:t>Budget open from 04.09.</a:t>
            </a:r>
          </a:p>
        </p:txBody>
      </p:sp>
    </p:spTree>
    <p:extLst>
      <p:ext uri="{BB962C8B-B14F-4D97-AF65-F5344CB8AC3E}">
        <p14:creationId xmlns:p14="http://schemas.microsoft.com/office/powerpoint/2010/main" val="1833560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9BE6B-8B01-FE32-3FE8-9E155DDAEA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3F50C9-3D3F-45D0-DE9E-748F52CFE27A}"/>
              </a:ext>
            </a:extLst>
          </p:cNvPr>
          <p:cNvSpPr>
            <a:spLocks noGrp="1"/>
          </p:cNvSpPr>
          <p:nvPr>
            <p:ph type="title"/>
          </p:nvPr>
        </p:nvSpPr>
        <p:spPr/>
        <p:txBody>
          <a:bodyPr/>
          <a:lstStyle/>
          <a:p>
            <a:r>
              <a:rPr lang="en-AU" dirty="0"/>
              <a:t>Consider your anticipated expenses (2/2)</a:t>
            </a:r>
          </a:p>
        </p:txBody>
      </p:sp>
      <p:sp>
        <p:nvSpPr>
          <p:cNvPr id="3" name="Content Placeholder 2">
            <a:extLst>
              <a:ext uri="{FF2B5EF4-FFF2-40B4-BE49-F238E27FC236}">
                <a16:creationId xmlns:a16="http://schemas.microsoft.com/office/drawing/2014/main" id="{E419CBC7-0414-BFD8-E3F8-FF09CEBC4D05}"/>
              </a:ext>
            </a:extLst>
          </p:cNvPr>
          <p:cNvSpPr>
            <a:spLocks noGrp="1"/>
          </p:cNvSpPr>
          <p:nvPr>
            <p:ph sz="quarter" idx="14"/>
          </p:nvPr>
        </p:nvSpPr>
        <p:spPr>
          <a:xfrm>
            <a:off x="102531" y="852635"/>
            <a:ext cx="12756942" cy="4853678"/>
          </a:xfrm>
        </p:spPr>
        <p:txBody>
          <a:bodyPr/>
          <a:lstStyle/>
          <a:p>
            <a:pPr>
              <a:lnSpc>
                <a:spcPct val="150000"/>
              </a:lnSpc>
            </a:pPr>
            <a:r>
              <a:rPr lang="en-AU" sz="1400" i="1" u="sng" dirty="0"/>
              <a:t>Sheet metal, other structural metals</a:t>
            </a:r>
            <a:r>
              <a:rPr lang="en-AU" sz="1400" i="1" dirty="0"/>
              <a:t> </a:t>
            </a:r>
            <a:r>
              <a:rPr lang="en-AU" sz="1200" b="0" i="1" dirty="0"/>
              <a:t>– check with your Lab Cluster or FEIT Workshop.</a:t>
            </a:r>
            <a:endParaRPr lang="en-AU" sz="1200" b="0" dirty="0"/>
          </a:p>
          <a:p>
            <a:pPr>
              <a:lnSpc>
                <a:spcPct val="100000"/>
              </a:lnSpc>
            </a:pPr>
            <a:r>
              <a:rPr lang="en-AU" sz="1200" b="0" i="1" dirty="0"/>
              <a:t> </a:t>
            </a:r>
            <a:endParaRPr lang="en-AU" sz="1200" b="0" dirty="0"/>
          </a:p>
          <a:p>
            <a:pPr>
              <a:lnSpc>
                <a:spcPct val="150000"/>
              </a:lnSpc>
            </a:pPr>
            <a:r>
              <a:rPr lang="en-AU" sz="1400" i="1" u="sng" dirty="0"/>
              <a:t>Chemicals</a:t>
            </a:r>
            <a:r>
              <a:rPr lang="en-AU" sz="1200" b="0" dirty="0"/>
              <a:t> – check with your </a:t>
            </a:r>
            <a:r>
              <a:rPr lang="en-AU" sz="1200" b="0" dirty="0" err="1"/>
              <a:t>Lab&amp;Tech</a:t>
            </a:r>
            <a:r>
              <a:rPr lang="en-AU" sz="1200" b="0" dirty="0"/>
              <a:t> Cluster, many chemicals are readily available in the lab and due to restrictions on storage and the hazardous nature of chemicals it’s   </a:t>
            </a:r>
            <a:br>
              <a:rPr lang="en-AU" sz="1200" b="0" dirty="0"/>
            </a:br>
            <a:r>
              <a:rPr lang="en-AU" sz="1200" b="0" dirty="0"/>
              <a:t>                         preferred to use existing.  Some chemicals are available via the University Specialist Store, check with your </a:t>
            </a:r>
            <a:r>
              <a:rPr lang="en-AU" sz="1200" b="0" dirty="0" err="1"/>
              <a:t>Lab&amp;Tech</a:t>
            </a:r>
            <a:r>
              <a:rPr lang="en-AU" sz="1200" b="0" dirty="0"/>
              <a:t> Cluster regards preferred suppliers.</a:t>
            </a:r>
          </a:p>
          <a:p>
            <a:pPr>
              <a:lnSpc>
                <a:spcPct val="100000"/>
              </a:lnSpc>
            </a:pPr>
            <a:r>
              <a:rPr lang="en-AU" sz="1200" b="0" dirty="0"/>
              <a:t> </a:t>
            </a:r>
          </a:p>
          <a:p>
            <a:pPr>
              <a:lnSpc>
                <a:spcPct val="150000"/>
              </a:lnSpc>
            </a:pPr>
            <a:r>
              <a:rPr lang="en-AU" sz="1400" i="1" u="sng" dirty="0"/>
              <a:t>PPE</a:t>
            </a:r>
            <a:r>
              <a:rPr lang="en-AU" sz="1200" b="0" dirty="0"/>
              <a:t> – lab coats, masks and glasses are generally available in the lab you will be working in.  </a:t>
            </a:r>
            <a:br>
              <a:rPr lang="en-AU" sz="1200" b="0" dirty="0"/>
            </a:br>
            <a:r>
              <a:rPr lang="en-AU" sz="1200" b="0" dirty="0"/>
              <a:t>	Everyone who attends a TCS Induction session will receive a pair of safety glasses.  Please keep these for future use.  </a:t>
            </a:r>
            <a:br>
              <a:rPr lang="en-AU" sz="1200" b="0" dirty="0"/>
            </a:br>
            <a:r>
              <a:rPr lang="en-AU" sz="1200" b="0" dirty="0"/>
              <a:t>	If you think you require speciality PPE please talk to you </a:t>
            </a:r>
            <a:r>
              <a:rPr lang="en-AU" sz="1200" b="0" dirty="0" err="1"/>
              <a:t>Lab&amp;Tech</a:t>
            </a:r>
            <a:r>
              <a:rPr lang="en-AU" sz="1200" b="0" dirty="0"/>
              <a:t> Cluster.  </a:t>
            </a:r>
            <a:br>
              <a:rPr lang="en-AU" sz="1200" b="0" dirty="0"/>
            </a:br>
            <a:r>
              <a:rPr lang="en-AU" sz="1200" b="0" dirty="0"/>
              <a:t>	Where a lab or a task or your industry sponsor mandate safety shoes the Faculty will fund up to $39.00 per student.</a:t>
            </a:r>
          </a:p>
          <a:p>
            <a:pPr>
              <a:lnSpc>
                <a:spcPct val="100000"/>
              </a:lnSpc>
            </a:pPr>
            <a:endParaRPr lang="en-AU" sz="1200" b="0" dirty="0"/>
          </a:p>
          <a:p>
            <a:pPr>
              <a:lnSpc>
                <a:spcPct val="150000"/>
              </a:lnSpc>
            </a:pPr>
            <a:r>
              <a:rPr lang="en-AU" sz="1200" b="0" dirty="0"/>
              <a:t> </a:t>
            </a:r>
            <a:r>
              <a:rPr lang="en-AU" sz="1400" i="1" u="sng" dirty="0"/>
              <a:t>3D Printing</a:t>
            </a:r>
            <a:r>
              <a:rPr lang="en-AU" sz="1400" i="1" dirty="0"/>
              <a:t> </a:t>
            </a:r>
            <a:r>
              <a:rPr lang="en-AU" sz="1200" b="0" i="1" dirty="0"/>
              <a:t>– PLA (</a:t>
            </a:r>
            <a:r>
              <a:rPr lang="en-AU" sz="1200" b="0" dirty="0"/>
              <a:t>Polylactic acid) 3D printing is available from TCS free of charge.  You can reach out to TCS to discuss your 3D printing needs.  </a:t>
            </a:r>
            <a:br>
              <a:rPr lang="en-AU" sz="1200" b="0" dirty="0"/>
            </a:br>
            <a:r>
              <a:rPr lang="en-AU" sz="1200" b="0" dirty="0"/>
              <a:t>                           Specialty material may need to be outsourced and the costs for this will need to be covered by your budget.</a:t>
            </a:r>
          </a:p>
          <a:p>
            <a:pPr>
              <a:lnSpc>
                <a:spcPct val="100000"/>
              </a:lnSpc>
            </a:pPr>
            <a:endParaRPr lang="en-AU" sz="1200" b="0" dirty="0"/>
          </a:p>
          <a:p>
            <a:pPr>
              <a:lnSpc>
                <a:spcPct val="150000"/>
              </a:lnSpc>
            </a:pPr>
            <a:r>
              <a:rPr lang="en-AU" sz="1400" i="1" u="sng" dirty="0"/>
              <a:t>Speciality items</a:t>
            </a:r>
            <a:r>
              <a:rPr lang="en-AU" sz="1400" i="1" dirty="0"/>
              <a:t> </a:t>
            </a:r>
            <a:r>
              <a:rPr lang="en-AU" sz="1200" b="0" dirty="0"/>
              <a:t>– anything not available from an </a:t>
            </a:r>
            <a:r>
              <a:rPr lang="en-AU" sz="1200" b="0" dirty="0" err="1"/>
              <a:t>eMarket</a:t>
            </a:r>
            <a:r>
              <a:rPr lang="en-AU" sz="1200" b="0" dirty="0"/>
              <a:t> supplier?  Check in with the </a:t>
            </a:r>
            <a:r>
              <a:rPr lang="en-AU" sz="1200" b="0" dirty="0" err="1"/>
              <a:t>Lab&amp;Tech</a:t>
            </a:r>
            <a:r>
              <a:rPr lang="en-AU" sz="1200" b="0" dirty="0"/>
              <a:t> Cluster.  Often, we can find an </a:t>
            </a:r>
            <a:r>
              <a:rPr lang="en-AU" sz="1200" b="0" dirty="0" err="1"/>
              <a:t>eMarket</a:t>
            </a:r>
            <a:r>
              <a:rPr lang="en-AU" sz="1200" b="0" dirty="0"/>
              <a:t> supplier who can special order.  </a:t>
            </a:r>
          </a:p>
          <a:p>
            <a:pPr>
              <a:lnSpc>
                <a:spcPct val="100000"/>
              </a:lnSpc>
            </a:pPr>
            <a:r>
              <a:rPr lang="en-AU" sz="1200" b="0" dirty="0"/>
              <a:t> </a:t>
            </a:r>
            <a:r>
              <a:rPr lang="en-AU" sz="1200" b="0" i="1" dirty="0"/>
              <a:t> </a:t>
            </a:r>
            <a:endParaRPr lang="en-AU" sz="1200" b="0" dirty="0"/>
          </a:p>
          <a:p>
            <a:pPr>
              <a:lnSpc>
                <a:spcPct val="150000"/>
              </a:lnSpc>
            </a:pPr>
            <a:r>
              <a:rPr lang="en-AU" sz="1400" i="1" u="sng" dirty="0"/>
              <a:t>Prepayment required</a:t>
            </a:r>
            <a:r>
              <a:rPr lang="en-AU" sz="1400" dirty="0"/>
              <a:t> </a:t>
            </a:r>
            <a:r>
              <a:rPr lang="en-AU" sz="1200" b="0" dirty="0"/>
              <a:t>– does your preferred supplier require upfront payment? Check in with the </a:t>
            </a:r>
            <a:r>
              <a:rPr lang="en-AU" sz="1200" b="0" dirty="0" err="1"/>
              <a:t>Lab&amp;Tech</a:t>
            </a:r>
            <a:r>
              <a:rPr lang="en-AU" sz="1200" b="0" dirty="0"/>
              <a:t> Cluster. </a:t>
            </a:r>
            <a:br>
              <a:rPr lang="en-AU" sz="1200" b="0" dirty="0"/>
            </a:br>
            <a:endParaRPr lang="en-AU" sz="1200" b="0" dirty="0"/>
          </a:p>
          <a:p>
            <a:endParaRPr lang="en-AU" dirty="0"/>
          </a:p>
        </p:txBody>
      </p:sp>
      <p:sp>
        <p:nvSpPr>
          <p:cNvPr id="4" name="TextBox 3">
            <a:extLst>
              <a:ext uri="{FF2B5EF4-FFF2-40B4-BE49-F238E27FC236}">
                <a16:creationId xmlns:a16="http://schemas.microsoft.com/office/drawing/2014/main" id="{110991F7-8B7E-5F00-DC53-B8E4B80C1D65}"/>
              </a:ext>
            </a:extLst>
          </p:cNvPr>
          <p:cNvSpPr txBox="1"/>
          <p:nvPr/>
        </p:nvSpPr>
        <p:spPr>
          <a:xfrm>
            <a:off x="-531836" y="5915900"/>
            <a:ext cx="13262285" cy="1200200"/>
          </a:xfrm>
          <a:prstGeom prst="rect">
            <a:avLst/>
          </a:prstGeom>
          <a:noFill/>
        </p:spPr>
        <p:txBody>
          <a:bodyPr wrap="none" rtlCol="0">
            <a:spAutoFit/>
          </a:bodyPr>
          <a:lstStyle/>
          <a:p>
            <a:pPr algn="ctr"/>
            <a:r>
              <a:rPr lang="en-AU" sz="2400" dirty="0">
                <a:solidFill>
                  <a:srgbClr val="FFC000"/>
                </a:solidFill>
              </a:rPr>
              <a:t>Items and suppliers must be compliant with Australian laws and the suppliers reputable. </a:t>
            </a:r>
            <a:br>
              <a:rPr lang="en-AU" sz="2400" dirty="0">
                <a:solidFill>
                  <a:srgbClr val="FFC000"/>
                </a:solidFill>
              </a:rPr>
            </a:br>
            <a:r>
              <a:rPr lang="en-AU" sz="2400" dirty="0">
                <a:solidFill>
                  <a:srgbClr val="FFC000"/>
                </a:solidFill>
              </a:rPr>
              <a:t>Make sure to check!</a:t>
            </a:r>
          </a:p>
          <a:p>
            <a:endParaRPr lang="en-AU" dirty="0"/>
          </a:p>
        </p:txBody>
      </p:sp>
    </p:spTree>
    <p:extLst>
      <p:ext uri="{BB962C8B-B14F-4D97-AF65-F5344CB8AC3E}">
        <p14:creationId xmlns:p14="http://schemas.microsoft.com/office/powerpoint/2010/main" val="4069288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C97CC-4C59-A43B-A841-E30C32934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45E0D6-7DBA-16DC-2416-A3E9537FEFDF}"/>
              </a:ext>
            </a:extLst>
          </p:cNvPr>
          <p:cNvSpPr>
            <a:spLocks noGrp="1"/>
          </p:cNvSpPr>
          <p:nvPr>
            <p:ph type="title"/>
          </p:nvPr>
        </p:nvSpPr>
        <p:spPr>
          <a:xfrm>
            <a:off x="345600" y="501697"/>
            <a:ext cx="9695205" cy="531544"/>
          </a:xfrm>
        </p:spPr>
        <p:txBody>
          <a:bodyPr/>
          <a:lstStyle/>
          <a:p>
            <a:r>
              <a:rPr lang="en-AU" i="1" dirty="0"/>
              <a:t>Why can’t I just buy the good myself and claim reimbursement?</a:t>
            </a:r>
            <a:endParaRPr lang="en-AU" dirty="0"/>
          </a:p>
        </p:txBody>
      </p:sp>
      <p:sp>
        <p:nvSpPr>
          <p:cNvPr id="3" name="Content Placeholder 2">
            <a:extLst>
              <a:ext uri="{FF2B5EF4-FFF2-40B4-BE49-F238E27FC236}">
                <a16:creationId xmlns:a16="http://schemas.microsoft.com/office/drawing/2014/main" id="{676528F1-9D59-AB61-A77B-5A0870D9761B}"/>
              </a:ext>
            </a:extLst>
          </p:cNvPr>
          <p:cNvSpPr>
            <a:spLocks noGrp="1"/>
          </p:cNvSpPr>
          <p:nvPr>
            <p:ph sz="quarter" idx="14"/>
          </p:nvPr>
        </p:nvSpPr>
        <p:spPr>
          <a:xfrm>
            <a:off x="345600" y="1598336"/>
            <a:ext cx="11500798" cy="3570793"/>
          </a:xfrm>
        </p:spPr>
        <p:txBody>
          <a:bodyPr/>
          <a:lstStyle/>
          <a:p>
            <a:r>
              <a:rPr lang="en-AU" sz="2000" b="0" dirty="0"/>
              <a:t>Your goods need to be reviewed prior to purchase.  The Uni takes safety seriously and this includes insuring goods are safe and suitable for the Australian market. </a:t>
            </a:r>
            <a:br>
              <a:rPr lang="en-AU" sz="2000" b="0" dirty="0"/>
            </a:br>
            <a:endParaRPr lang="en-AU" dirty="0"/>
          </a:p>
          <a:p>
            <a:endParaRPr lang="en-AU" dirty="0"/>
          </a:p>
          <a:p>
            <a:endParaRPr lang="en-AU" dirty="0"/>
          </a:p>
          <a:p>
            <a:endParaRPr lang="en-AU" sz="2000" dirty="0"/>
          </a:p>
          <a:p>
            <a:r>
              <a:rPr lang="en-AU" sz="2000" b="0" dirty="0"/>
              <a:t>This might be true but by buying cheap goods you might be contributing to Moden Slavery (https://humanrights.gov.au/modern-slavery) and the University has made a commitment to help stamp this out.  All University suppliers must confirm they comply to the Modern Slavery Act 2018 (</a:t>
            </a:r>
            <a:r>
              <a:rPr lang="en-AU" sz="2000" b="0" u="sng" dirty="0">
                <a:hlinkClick r:id="rId2">
                  <a:extLst>
                    <a:ext uri="{A12FA001-AC4F-418D-AE19-62706E023703}">
                      <ahyp:hlinkClr xmlns:ahyp="http://schemas.microsoft.com/office/drawing/2018/hyperlinkcolor" val="tx"/>
                    </a:ext>
                  </a:extLst>
                </a:hlinkClick>
              </a:rPr>
              <a:t>https://www.legislation.gov.au/C2018A00153/latest/text</a:t>
            </a:r>
            <a:r>
              <a:rPr lang="en-AU" sz="2000" b="0" dirty="0"/>
              <a:t>).</a:t>
            </a:r>
          </a:p>
          <a:p>
            <a:r>
              <a:rPr lang="en-AU" sz="2000" b="0" dirty="0"/>
              <a:t>Additionally, the items might not meet Australian standards in safety and compliance.</a:t>
            </a:r>
          </a:p>
          <a:p>
            <a:endParaRPr lang="en-AU" dirty="0"/>
          </a:p>
        </p:txBody>
      </p:sp>
      <p:sp>
        <p:nvSpPr>
          <p:cNvPr id="4" name="Title 1">
            <a:extLst>
              <a:ext uri="{FF2B5EF4-FFF2-40B4-BE49-F238E27FC236}">
                <a16:creationId xmlns:a16="http://schemas.microsoft.com/office/drawing/2014/main" id="{13FC88F5-494D-CECB-1DE6-849899B2A5B4}"/>
              </a:ext>
            </a:extLst>
          </p:cNvPr>
          <p:cNvSpPr txBox="1">
            <a:spLocks/>
          </p:cNvSpPr>
          <p:nvPr/>
        </p:nvSpPr>
        <p:spPr>
          <a:xfrm>
            <a:off x="345600" y="3152102"/>
            <a:ext cx="11500798"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1"/>
                </a:solidFill>
                <a:latin typeface="+mj-lt"/>
                <a:ea typeface="+mj-ea"/>
                <a:cs typeface="Arial" pitchFamily="34" charset="0"/>
              </a:defRPr>
            </a:lvl1pPr>
          </a:lstStyle>
          <a:p>
            <a:r>
              <a:rPr lang="en-AU" i="1" dirty="0"/>
              <a:t>But it’s cheaper to buy on </a:t>
            </a:r>
            <a:r>
              <a:rPr lang="en-AU" i="1" dirty="0" err="1"/>
              <a:t>ebay</a:t>
            </a:r>
            <a:r>
              <a:rPr lang="en-AU" i="1" dirty="0"/>
              <a:t>, Alibaba, </a:t>
            </a:r>
            <a:r>
              <a:rPr lang="en-AU" i="1" dirty="0" err="1"/>
              <a:t>Temu</a:t>
            </a:r>
            <a:r>
              <a:rPr lang="en-AU" i="1" dirty="0"/>
              <a:t>, etc.</a:t>
            </a:r>
            <a:endParaRPr lang="en-AU" dirty="0"/>
          </a:p>
        </p:txBody>
      </p:sp>
      <p:sp>
        <p:nvSpPr>
          <p:cNvPr id="5" name="TextBox 4">
            <a:extLst>
              <a:ext uri="{FF2B5EF4-FFF2-40B4-BE49-F238E27FC236}">
                <a16:creationId xmlns:a16="http://schemas.microsoft.com/office/drawing/2014/main" id="{A08320E8-542E-2BFC-6D54-1A605BB19C59}"/>
              </a:ext>
            </a:extLst>
          </p:cNvPr>
          <p:cNvSpPr txBox="1"/>
          <p:nvPr/>
        </p:nvSpPr>
        <p:spPr>
          <a:xfrm>
            <a:off x="1668344" y="5700084"/>
            <a:ext cx="8855309" cy="1323311"/>
          </a:xfrm>
          <a:prstGeom prst="rect">
            <a:avLst/>
          </a:prstGeom>
          <a:noFill/>
        </p:spPr>
        <p:txBody>
          <a:bodyPr wrap="none" rtlCol="0">
            <a:spAutoFit/>
          </a:bodyPr>
          <a:lstStyle/>
          <a:p>
            <a:pPr algn="ctr"/>
            <a:r>
              <a:rPr lang="en-AU" sz="2800" dirty="0">
                <a:solidFill>
                  <a:srgbClr val="FFC000"/>
                </a:solidFill>
              </a:rPr>
              <a:t>All suppliers on </a:t>
            </a:r>
            <a:r>
              <a:rPr lang="en-AU" sz="2800" dirty="0" err="1">
                <a:solidFill>
                  <a:srgbClr val="FFC000"/>
                </a:solidFill>
              </a:rPr>
              <a:t>eMarket</a:t>
            </a:r>
            <a:r>
              <a:rPr lang="en-AU" sz="2800" dirty="0">
                <a:solidFill>
                  <a:srgbClr val="FFC000"/>
                </a:solidFill>
              </a:rPr>
              <a:t> have been pre-vetted and</a:t>
            </a:r>
            <a:br>
              <a:rPr lang="en-AU" sz="2800" dirty="0">
                <a:solidFill>
                  <a:srgbClr val="FFC000"/>
                </a:solidFill>
              </a:rPr>
            </a:br>
            <a:r>
              <a:rPr lang="en-AU" sz="2800" dirty="0">
                <a:solidFill>
                  <a:srgbClr val="FFC000"/>
                </a:solidFill>
              </a:rPr>
              <a:t> their goods (generally) meet the standards.</a:t>
            </a:r>
          </a:p>
          <a:p>
            <a:endParaRPr lang="en-AU" dirty="0"/>
          </a:p>
        </p:txBody>
      </p:sp>
      <p:sp>
        <p:nvSpPr>
          <p:cNvPr id="6" name="TextBox 5">
            <a:extLst>
              <a:ext uri="{FF2B5EF4-FFF2-40B4-BE49-F238E27FC236}">
                <a16:creationId xmlns:a16="http://schemas.microsoft.com/office/drawing/2014/main" id="{3FBBBC6C-2281-E49B-75E9-86EF4C4DE16E}"/>
              </a:ext>
            </a:extLst>
          </p:cNvPr>
          <p:cNvSpPr txBox="1"/>
          <p:nvPr/>
        </p:nvSpPr>
        <p:spPr>
          <a:xfrm>
            <a:off x="742950" y="2321234"/>
            <a:ext cx="10515600" cy="830868"/>
          </a:xfrm>
          <a:prstGeom prst="rect">
            <a:avLst/>
          </a:prstGeom>
          <a:noFill/>
        </p:spPr>
        <p:txBody>
          <a:bodyPr wrap="square" rtlCol="0">
            <a:spAutoFit/>
          </a:bodyPr>
          <a:lstStyle/>
          <a:p>
            <a:r>
              <a:rPr lang="en-AU" sz="2400" u="sng" dirty="0">
                <a:solidFill>
                  <a:srgbClr val="FF0000"/>
                </a:solidFill>
              </a:rPr>
              <a:t>There will be no reimbursements for purchases that you have done yourself.</a:t>
            </a:r>
          </a:p>
          <a:p>
            <a:endParaRPr lang="en-AU" dirty="0"/>
          </a:p>
        </p:txBody>
      </p:sp>
    </p:spTree>
    <p:extLst>
      <p:ext uri="{BB962C8B-B14F-4D97-AF65-F5344CB8AC3E}">
        <p14:creationId xmlns:p14="http://schemas.microsoft.com/office/powerpoint/2010/main" val="1776852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1800C-1B9B-4486-F3EE-6424F527BFA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7AB4423-F7A7-7254-4C81-9E83F8A85161}"/>
              </a:ext>
            </a:extLst>
          </p:cNvPr>
          <p:cNvSpPr>
            <a:spLocks noGrp="1"/>
          </p:cNvSpPr>
          <p:nvPr>
            <p:ph type="title"/>
          </p:nvPr>
        </p:nvSpPr>
        <p:spPr>
          <a:xfrm>
            <a:off x="350196" y="1916832"/>
            <a:ext cx="11290570" cy="2726013"/>
          </a:xfrm>
        </p:spPr>
        <p:txBody>
          <a:bodyPr/>
          <a:lstStyle/>
          <a:p>
            <a:r>
              <a:rPr lang="en-AU" dirty="0"/>
              <a:t>    </a:t>
            </a:r>
            <a:r>
              <a:rPr lang="en-AU" dirty="0">
                <a:solidFill>
                  <a:schemeClr val="accent1">
                    <a:lumMod val="65000"/>
                    <a:lumOff val="35000"/>
                  </a:schemeClr>
                </a:solidFill>
              </a:rPr>
              <a:t>(1) Meet your </a:t>
            </a:r>
            <a:r>
              <a:rPr lang="en-AU" dirty="0" err="1">
                <a:solidFill>
                  <a:schemeClr val="accent1">
                    <a:lumMod val="65000"/>
                    <a:lumOff val="35000"/>
                  </a:schemeClr>
                </a:solidFill>
              </a:rPr>
              <a:t>Lab&amp;Tech</a:t>
            </a:r>
            <a:r>
              <a:rPr lang="en-AU" dirty="0">
                <a:solidFill>
                  <a:schemeClr val="accent1">
                    <a:lumMod val="65000"/>
                    <a:lumOff val="35000"/>
                  </a:schemeClr>
                </a:solidFill>
              </a:rPr>
              <a:t> Support,  </a:t>
            </a:r>
            <a:br>
              <a:rPr lang="en-AU" dirty="0"/>
            </a:br>
            <a:r>
              <a:rPr lang="en-AU" dirty="0">
                <a:solidFill>
                  <a:schemeClr val="accent1">
                    <a:lumMod val="65000"/>
                    <a:lumOff val="35000"/>
                  </a:schemeClr>
                </a:solidFill>
              </a:rPr>
              <a:t>    (2) Budgeting &amp; Finance and 		</a:t>
            </a:r>
            <a:br>
              <a:rPr lang="en-AU" dirty="0">
                <a:solidFill>
                  <a:schemeClr val="accent1">
                    <a:lumMod val="65000"/>
                    <a:lumOff val="35000"/>
                  </a:schemeClr>
                </a:solidFill>
              </a:rPr>
            </a:br>
            <a:r>
              <a:rPr lang="en-AU" dirty="0">
                <a:solidFill>
                  <a:schemeClr val="accent1">
                    <a:lumMod val="65000"/>
                    <a:lumOff val="35000"/>
                  </a:schemeClr>
                </a:solidFill>
              </a:rPr>
              <a:t>    </a:t>
            </a:r>
            <a:r>
              <a:rPr lang="en-AU" dirty="0"/>
              <a:t>(3) </a:t>
            </a:r>
            <a:r>
              <a:rPr lang="en-AU" dirty="0" err="1"/>
              <a:t>eMarket</a:t>
            </a:r>
            <a:r>
              <a:rPr lang="en-AU" dirty="0"/>
              <a:t> &amp; Procurement Steps</a:t>
            </a:r>
          </a:p>
        </p:txBody>
      </p:sp>
      <p:sp>
        <p:nvSpPr>
          <p:cNvPr id="3" name="Text Placeholder 2">
            <a:extLst>
              <a:ext uri="{FF2B5EF4-FFF2-40B4-BE49-F238E27FC236}">
                <a16:creationId xmlns:a16="http://schemas.microsoft.com/office/drawing/2014/main" id="{691F554E-C2AD-8C8E-14AE-EB31105540CD}"/>
              </a:ext>
            </a:extLst>
          </p:cNvPr>
          <p:cNvSpPr>
            <a:spLocks noGrp="1"/>
          </p:cNvSpPr>
          <p:nvPr>
            <p:ph type="body" sz="quarter" idx="18"/>
          </p:nvPr>
        </p:nvSpPr>
        <p:spPr/>
        <p:txBody>
          <a:bodyPr/>
          <a:lstStyle/>
          <a:p>
            <a:r>
              <a:rPr lang="en-AU" dirty="0"/>
              <a:t>Semester 1, 2026</a:t>
            </a:r>
          </a:p>
        </p:txBody>
      </p:sp>
    </p:spTree>
    <p:extLst>
      <p:ext uri="{BB962C8B-B14F-4D97-AF65-F5344CB8AC3E}">
        <p14:creationId xmlns:p14="http://schemas.microsoft.com/office/powerpoint/2010/main" val="131985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4D9D8-8E46-6E9E-01AF-65F8717CCBC2}"/>
              </a:ext>
            </a:extLst>
          </p:cNvPr>
          <p:cNvSpPr>
            <a:spLocks noGrp="1"/>
          </p:cNvSpPr>
          <p:nvPr>
            <p:ph type="title"/>
          </p:nvPr>
        </p:nvSpPr>
        <p:spPr/>
        <p:txBody>
          <a:bodyPr/>
          <a:lstStyle/>
          <a:p>
            <a:r>
              <a:rPr lang="en-AU" dirty="0"/>
              <a:t>Step 1: Reset your </a:t>
            </a:r>
            <a:r>
              <a:rPr lang="en-AU" dirty="0" err="1"/>
              <a:t>eMarket</a:t>
            </a:r>
            <a:r>
              <a:rPr lang="en-AU" dirty="0"/>
              <a:t> Password</a:t>
            </a:r>
          </a:p>
        </p:txBody>
      </p:sp>
      <p:sp>
        <p:nvSpPr>
          <p:cNvPr id="3" name="Content Placeholder 2">
            <a:extLst>
              <a:ext uri="{FF2B5EF4-FFF2-40B4-BE49-F238E27FC236}">
                <a16:creationId xmlns:a16="http://schemas.microsoft.com/office/drawing/2014/main" id="{4303A67E-6EFA-DB93-30F6-8692F71BC30B}"/>
              </a:ext>
            </a:extLst>
          </p:cNvPr>
          <p:cNvSpPr>
            <a:spLocks noGrp="1"/>
          </p:cNvSpPr>
          <p:nvPr>
            <p:ph sz="quarter" idx="14"/>
          </p:nvPr>
        </p:nvSpPr>
        <p:spPr>
          <a:xfrm>
            <a:off x="229851" y="1870255"/>
            <a:ext cx="4587719" cy="3115214"/>
          </a:xfrm>
        </p:spPr>
        <p:txBody>
          <a:bodyPr/>
          <a:lstStyle/>
          <a:p>
            <a:pPr lvl="1"/>
            <a:r>
              <a:rPr lang="en-AU" dirty="0"/>
              <a:t>  1. </a:t>
            </a:r>
            <a:r>
              <a:rPr lang="en-AU" b="0" dirty="0"/>
              <a:t>from a Finance Officer, subject:   </a:t>
            </a:r>
            <a:br>
              <a:rPr lang="en-AU" b="0" dirty="0"/>
            </a:br>
            <a:r>
              <a:rPr lang="en-AU" b="0" dirty="0"/>
              <a:t>      </a:t>
            </a:r>
            <a:r>
              <a:rPr lang="en-AU" b="0" dirty="0" err="1"/>
              <a:t>eMarket</a:t>
            </a:r>
            <a:r>
              <a:rPr lang="en-AU" b="0" dirty="0"/>
              <a:t> access</a:t>
            </a:r>
          </a:p>
          <a:p>
            <a:pPr marL="342900" lvl="1" indent="-342900">
              <a:buFontTx/>
              <a:buChar char="-"/>
            </a:pPr>
            <a:endParaRPr lang="en-AU" b="0" dirty="0"/>
          </a:p>
          <a:p>
            <a:pPr lvl="1"/>
            <a:r>
              <a:rPr lang="en-AU" dirty="0"/>
              <a:t>   2. from </a:t>
            </a:r>
            <a:r>
              <a:rPr lang="en-AU" u="sng" dirty="0"/>
              <a:t>noreply@sci-ware.com</a:t>
            </a:r>
            <a:r>
              <a:rPr lang="en-AU" dirty="0"/>
              <a:t> </a:t>
            </a:r>
            <a:br>
              <a:rPr lang="en-AU" dirty="0"/>
            </a:br>
            <a:r>
              <a:rPr lang="en-AU" dirty="0"/>
              <a:t>       with </a:t>
            </a:r>
            <a:r>
              <a:rPr lang="en-AU" b="0" dirty="0"/>
              <a:t>your reset password link.  </a:t>
            </a:r>
          </a:p>
          <a:p>
            <a:pPr lvl="3" indent="0">
              <a:buNone/>
            </a:pPr>
            <a:r>
              <a:rPr lang="en-AU" dirty="0"/>
              <a:t>        (Expires in 24 hours)</a:t>
            </a:r>
          </a:p>
          <a:p>
            <a:endParaRPr lang="en-AU" dirty="0"/>
          </a:p>
        </p:txBody>
      </p:sp>
      <p:pic>
        <p:nvPicPr>
          <p:cNvPr id="6" name="Picture 5">
            <a:extLst>
              <a:ext uri="{FF2B5EF4-FFF2-40B4-BE49-F238E27FC236}">
                <a16:creationId xmlns:a16="http://schemas.microsoft.com/office/drawing/2014/main" id="{2A2116C9-9FD3-28CE-AD57-468E0E932800}"/>
              </a:ext>
            </a:extLst>
          </p:cNvPr>
          <p:cNvPicPr>
            <a:picLocks noChangeAspect="1"/>
          </p:cNvPicPr>
          <p:nvPr/>
        </p:nvPicPr>
        <p:blipFill>
          <a:blip r:embed="rId2"/>
          <a:srcRect b="1970"/>
          <a:stretch>
            <a:fillRect/>
          </a:stretch>
        </p:blipFill>
        <p:spPr>
          <a:xfrm>
            <a:off x="4933320" y="1790757"/>
            <a:ext cx="6841141" cy="3412540"/>
          </a:xfrm>
          <a:prstGeom prst="rect">
            <a:avLst/>
          </a:prstGeom>
          <a:ln>
            <a:solidFill>
              <a:schemeClr val="accent1"/>
            </a:solidFill>
          </a:ln>
        </p:spPr>
      </p:pic>
      <p:sp>
        <p:nvSpPr>
          <p:cNvPr id="9" name="TextBox 8">
            <a:extLst>
              <a:ext uri="{FF2B5EF4-FFF2-40B4-BE49-F238E27FC236}">
                <a16:creationId xmlns:a16="http://schemas.microsoft.com/office/drawing/2014/main" id="{4CE9BED1-C533-4E5B-ABF0-B4EC344A1181}"/>
              </a:ext>
            </a:extLst>
          </p:cNvPr>
          <p:cNvSpPr txBox="1"/>
          <p:nvPr/>
        </p:nvSpPr>
        <p:spPr>
          <a:xfrm>
            <a:off x="87075" y="5756618"/>
            <a:ext cx="12017849" cy="430887"/>
          </a:xfrm>
          <a:prstGeom prst="rect">
            <a:avLst/>
          </a:prstGeom>
          <a:noFill/>
        </p:spPr>
        <p:txBody>
          <a:bodyPr wrap="square">
            <a:spAutoFit/>
          </a:bodyPr>
          <a:lstStyle/>
          <a:p>
            <a:pPr algn="ctr"/>
            <a:r>
              <a:rPr lang="en-AU" sz="2200" dirty="0">
                <a:solidFill>
                  <a:schemeClr val="bg1"/>
                </a:solidFill>
              </a:rPr>
              <a:t>For issues with access, please reply to the email from the Finance Officer (Finance Services).</a:t>
            </a:r>
          </a:p>
        </p:txBody>
      </p:sp>
      <p:sp>
        <p:nvSpPr>
          <p:cNvPr id="4" name="TextBox 3">
            <a:extLst>
              <a:ext uri="{FF2B5EF4-FFF2-40B4-BE49-F238E27FC236}">
                <a16:creationId xmlns:a16="http://schemas.microsoft.com/office/drawing/2014/main" id="{1AD16B97-0F16-B995-332F-7B827D3BF9C6}"/>
              </a:ext>
            </a:extLst>
          </p:cNvPr>
          <p:cNvSpPr txBox="1"/>
          <p:nvPr/>
        </p:nvSpPr>
        <p:spPr>
          <a:xfrm>
            <a:off x="229851" y="1101382"/>
            <a:ext cx="4876656" cy="461537"/>
          </a:xfrm>
          <a:prstGeom prst="rect">
            <a:avLst/>
          </a:prstGeom>
          <a:noFill/>
        </p:spPr>
        <p:txBody>
          <a:bodyPr wrap="none" rtlCol="0">
            <a:spAutoFit/>
          </a:bodyPr>
          <a:lstStyle/>
          <a:p>
            <a:r>
              <a:rPr lang="en-AU" dirty="0">
                <a:solidFill>
                  <a:schemeClr val="bg1"/>
                </a:solidFill>
              </a:rPr>
              <a:t>Everyone will received two emails.</a:t>
            </a:r>
          </a:p>
        </p:txBody>
      </p:sp>
    </p:spTree>
    <p:extLst>
      <p:ext uri="{BB962C8B-B14F-4D97-AF65-F5344CB8AC3E}">
        <p14:creationId xmlns:p14="http://schemas.microsoft.com/office/powerpoint/2010/main" val="2047649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1B926-77AB-2C20-BF3B-E29A3899B3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EB1DAD-DC8A-AD65-782C-458E2AE2E140}"/>
              </a:ext>
            </a:extLst>
          </p:cNvPr>
          <p:cNvSpPr>
            <a:spLocks noGrp="1"/>
          </p:cNvSpPr>
          <p:nvPr>
            <p:ph type="title"/>
          </p:nvPr>
        </p:nvSpPr>
        <p:spPr/>
        <p:txBody>
          <a:bodyPr/>
          <a:lstStyle/>
          <a:p>
            <a:r>
              <a:rPr lang="en-AU" dirty="0"/>
              <a:t>Step 2: Login to </a:t>
            </a:r>
            <a:r>
              <a:rPr lang="en-AU" dirty="0" err="1"/>
              <a:t>eMarket</a:t>
            </a:r>
            <a:r>
              <a:rPr lang="en-AU" dirty="0"/>
              <a:t> </a:t>
            </a:r>
          </a:p>
        </p:txBody>
      </p:sp>
      <p:pic>
        <p:nvPicPr>
          <p:cNvPr id="5" name="Picture 4">
            <a:extLst>
              <a:ext uri="{FF2B5EF4-FFF2-40B4-BE49-F238E27FC236}">
                <a16:creationId xmlns:a16="http://schemas.microsoft.com/office/drawing/2014/main" id="{BE25D32D-A410-349A-B3D6-F20894A9FD84}"/>
              </a:ext>
            </a:extLst>
          </p:cNvPr>
          <p:cNvPicPr>
            <a:picLocks noChangeAspect="1"/>
          </p:cNvPicPr>
          <p:nvPr/>
        </p:nvPicPr>
        <p:blipFill>
          <a:blip r:embed="rId2"/>
          <a:stretch>
            <a:fillRect/>
          </a:stretch>
        </p:blipFill>
        <p:spPr>
          <a:xfrm>
            <a:off x="345600" y="2723536"/>
            <a:ext cx="5466602" cy="3024336"/>
          </a:xfrm>
          <a:prstGeom prst="rect">
            <a:avLst/>
          </a:prstGeom>
        </p:spPr>
      </p:pic>
      <p:pic>
        <p:nvPicPr>
          <p:cNvPr id="8" name="Picture 7">
            <a:extLst>
              <a:ext uri="{FF2B5EF4-FFF2-40B4-BE49-F238E27FC236}">
                <a16:creationId xmlns:a16="http://schemas.microsoft.com/office/drawing/2014/main" id="{B4526EFF-B631-4045-A31E-2DBAC348FC84}"/>
              </a:ext>
            </a:extLst>
          </p:cNvPr>
          <p:cNvPicPr>
            <a:picLocks noChangeAspect="1"/>
          </p:cNvPicPr>
          <p:nvPr/>
        </p:nvPicPr>
        <p:blipFill>
          <a:blip r:embed="rId3"/>
          <a:stretch>
            <a:fillRect/>
          </a:stretch>
        </p:blipFill>
        <p:spPr>
          <a:xfrm>
            <a:off x="6107205" y="2746468"/>
            <a:ext cx="5891396" cy="3024336"/>
          </a:xfrm>
          <a:prstGeom prst="rect">
            <a:avLst/>
          </a:prstGeom>
        </p:spPr>
      </p:pic>
      <p:sp>
        <p:nvSpPr>
          <p:cNvPr id="6" name="TextBox 5">
            <a:extLst>
              <a:ext uri="{FF2B5EF4-FFF2-40B4-BE49-F238E27FC236}">
                <a16:creationId xmlns:a16="http://schemas.microsoft.com/office/drawing/2014/main" id="{23689A7D-B226-E5CB-AC43-9E6859F1E2FA}"/>
              </a:ext>
            </a:extLst>
          </p:cNvPr>
          <p:cNvSpPr txBox="1"/>
          <p:nvPr/>
        </p:nvSpPr>
        <p:spPr>
          <a:xfrm>
            <a:off x="1017840" y="1104538"/>
            <a:ext cx="10410231" cy="1938351"/>
          </a:xfrm>
          <a:prstGeom prst="rect">
            <a:avLst/>
          </a:prstGeom>
          <a:noFill/>
        </p:spPr>
        <p:txBody>
          <a:bodyPr wrap="square">
            <a:spAutoFit/>
          </a:bodyPr>
          <a:lstStyle/>
          <a:p>
            <a:r>
              <a:rPr lang="en-AU" dirty="0">
                <a:solidFill>
                  <a:schemeClr val="bg1"/>
                </a:solidFill>
              </a:rPr>
              <a:t>URL: </a:t>
            </a:r>
            <a:r>
              <a:rPr lang="en-AU" dirty="0">
                <a:solidFill>
                  <a:schemeClr val="bg1"/>
                </a:solidFill>
                <a:hlinkClick r:id="rId4">
                  <a:extLst>
                    <a:ext uri="{A12FA001-AC4F-418D-AE19-62706E023703}">
                      <ahyp:hlinkClr xmlns:ahyp="http://schemas.microsoft.com/office/drawing/2018/hyperlinkcolor" val="tx"/>
                    </a:ext>
                  </a:extLst>
                </a:hlinkClick>
              </a:rPr>
              <a:t>https://aus.sci-ware-customer.com/sword/login.do#iso/AUS</a:t>
            </a:r>
            <a:r>
              <a:rPr lang="en-AU" dirty="0">
                <a:solidFill>
                  <a:schemeClr val="bg1"/>
                </a:solidFill>
              </a:rPr>
              <a:t> </a:t>
            </a:r>
          </a:p>
          <a:p>
            <a:br>
              <a:rPr lang="en-AU" dirty="0">
                <a:solidFill>
                  <a:schemeClr val="bg1"/>
                </a:solidFill>
              </a:rPr>
            </a:br>
            <a:r>
              <a:rPr lang="en-AU" dirty="0" err="1">
                <a:solidFill>
                  <a:schemeClr val="bg1"/>
                </a:solidFill>
              </a:rPr>
              <a:t>UserID</a:t>
            </a:r>
            <a:r>
              <a:rPr lang="en-AU" dirty="0">
                <a:solidFill>
                  <a:schemeClr val="bg1"/>
                </a:solidFill>
              </a:rPr>
              <a:t>: Your student email</a:t>
            </a:r>
            <a:br>
              <a:rPr lang="en-AU" dirty="0">
                <a:solidFill>
                  <a:schemeClr val="bg1"/>
                </a:solidFill>
              </a:rPr>
            </a:br>
            <a:br>
              <a:rPr lang="en-AU" dirty="0">
                <a:solidFill>
                  <a:schemeClr val="bg1"/>
                </a:solidFill>
              </a:rPr>
            </a:br>
            <a:endParaRPr lang="en-AU" dirty="0">
              <a:solidFill>
                <a:schemeClr val="bg1"/>
              </a:solidFill>
            </a:endParaRPr>
          </a:p>
        </p:txBody>
      </p:sp>
      <p:sp>
        <p:nvSpPr>
          <p:cNvPr id="9" name="TextBox 8">
            <a:extLst>
              <a:ext uri="{FF2B5EF4-FFF2-40B4-BE49-F238E27FC236}">
                <a16:creationId xmlns:a16="http://schemas.microsoft.com/office/drawing/2014/main" id="{7ACE08D7-919D-8A94-A621-FD1856061F92}"/>
              </a:ext>
            </a:extLst>
          </p:cNvPr>
          <p:cNvSpPr txBox="1"/>
          <p:nvPr/>
        </p:nvSpPr>
        <p:spPr>
          <a:xfrm>
            <a:off x="97017" y="5933505"/>
            <a:ext cx="11997964" cy="830868"/>
          </a:xfrm>
          <a:prstGeom prst="rect">
            <a:avLst/>
          </a:prstGeom>
          <a:noFill/>
        </p:spPr>
        <p:txBody>
          <a:bodyPr wrap="none" rtlCol="0">
            <a:spAutoFit/>
          </a:bodyPr>
          <a:lstStyle/>
          <a:p>
            <a:pPr algn="ctr"/>
            <a:r>
              <a:rPr lang="en-AU" sz="2400" dirty="0">
                <a:solidFill>
                  <a:srgbClr val="FFC000"/>
                </a:solidFill>
              </a:rPr>
              <a:t>All suppliers on </a:t>
            </a:r>
            <a:r>
              <a:rPr lang="en-AU" sz="2400" dirty="0" err="1">
                <a:solidFill>
                  <a:srgbClr val="FFC000"/>
                </a:solidFill>
              </a:rPr>
              <a:t>eMarket</a:t>
            </a:r>
            <a:r>
              <a:rPr lang="en-AU" sz="2400" dirty="0">
                <a:solidFill>
                  <a:srgbClr val="FFC000"/>
                </a:solidFill>
              </a:rPr>
              <a:t> have been pre-vetted and their items meet the standards.</a:t>
            </a:r>
          </a:p>
          <a:p>
            <a:endParaRPr lang="en-AU" dirty="0"/>
          </a:p>
        </p:txBody>
      </p:sp>
    </p:spTree>
    <p:extLst>
      <p:ext uri="{BB962C8B-B14F-4D97-AF65-F5344CB8AC3E}">
        <p14:creationId xmlns:p14="http://schemas.microsoft.com/office/powerpoint/2010/main" val="1015261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14A1A-780D-144D-9F91-6479E2029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3AFD3-645F-1BF0-9D72-D992ED51E945}"/>
              </a:ext>
            </a:extLst>
          </p:cNvPr>
          <p:cNvSpPr>
            <a:spLocks noGrp="1"/>
          </p:cNvSpPr>
          <p:nvPr>
            <p:ph type="title"/>
          </p:nvPr>
        </p:nvSpPr>
        <p:spPr/>
        <p:txBody>
          <a:bodyPr/>
          <a:lstStyle/>
          <a:p>
            <a:r>
              <a:rPr lang="en-AU" dirty="0"/>
              <a:t>Step 3: Start your basket(s)</a:t>
            </a:r>
          </a:p>
        </p:txBody>
      </p:sp>
      <p:sp>
        <p:nvSpPr>
          <p:cNvPr id="3" name="Content Placeholder 2">
            <a:extLst>
              <a:ext uri="{FF2B5EF4-FFF2-40B4-BE49-F238E27FC236}">
                <a16:creationId xmlns:a16="http://schemas.microsoft.com/office/drawing/2014/main" id="{6793EA4A-18BF-5EB4-3AB4-B4B8C8E1D834}"/>
              </a:ext>
            </a:extLst>
          </p:cNvPr>
          <p:cNvSpPr>
            <a:spLocks noGrp="1"/>
          </p:cNvSpPr>
          <p:nvPr>
            <p:ph sz="quarter" idx="14"/>
          </p:nvPr>
        </p:nvSpPr>
        <p:spPr>
          <a:xfrm>
            <a:off x="345600" y="927819"/>
            <a:ext cx="11634197" cy="6508862"/>
          </a:xfrm>
        </p:spPr>
        <p:txBody>
          <a:bodyPr/>
          <a:lstStyle/>
          <a:p>
            <a:pPr>
              <a:lnSpc>
                <a:spcPct val="100000"/>
              </a:lnSpc>
              <a:spcBef>
                <a:spcPts val="1200"/>
              </a:spcBef>
              <a:spcAft>
                <a:spcPts val="1200"/>
              </a:spcAft>
            </a:pPr>
            <a:r>
              <a:rPr lang="en-AU" dirty="0"/>
              <a:t>Log onto </a:t>
            </a:r>
            <a:r>
              <a:rPr lang="en-AU" dirty="0" err="1"/>
              <a:t>eMarket</a:t>
            </a:r>
            <a:r>
              <a:rPr lang="en-AU" dirty="0"/>
              <a:t> and start a basket, remember you can use multiple </a:t>
            </a:r>
            <a:br>
              <a:rPr lang="en-AU" dirty="0"/>
            </a:br>
            <a:r>
              <a:rPr lang="en-AU" dirty="0"/>
              <a:t>suppliers for the 1 basket.</a:t>
            </a:r>
            <a:br>
              <a:rPr lang="en-AU" dirty="0"/>
            </a:br>
            <a:r>
              <a:rPr lang="en-AU" dirty="0"/>
              <a:t>If the items are not on </a:t>
            </a:r>
            <a:r>
              <a:rPr lang="en-AU" dirty="0" err="1"/>
              <a:t>eMarket</a:t>
            </a:r>
            <a:r>
              <a:rPr lang="en-AU" dirty="0"/>
              <a:t> please reach out to your Lab Cluster and the FEIT Student Guide Team.</a:t>
            </a:r>
          </a:p>
          <a:p>
            <a:pPr>
              <a:lnSpc>
                <a:spcPct val="100000"/>
              </a:lnSpc>
              <a:spcAft>
                <a:spcPts val="0"/>
              </a:spcAft>
            </a:pPr>
            <a:r>
              <a:rPr lang="en-AU" sz="1400" u="sng" dirty="0">
                <a:solidFill>
                  <a:srgbClr val="92D050"/>
                </a:solidFill>
              </a:rPr>
              <a:t>Tip One</a:t>
            </a:r>
            <a:r>
              <a:rPr lang="en-AU" sz="1400" dirty="0">
                <a:solidFill>
                  <a:srgbClr val="92D050"/>
                </a:solidFill>
              </a:rPr>
              <a:t> </a:t>
            </a:r>
            <a:r>
              <a:rPr lang="en-AU" sz="1400" b="0" dirty="0"/>
              <a:t>– If an item is cheaper from an alternative supplier consider the delivery charges (saving $5 on an item but spending an extra $10 on </a:t>
            </a:r>
            <a:br>
              <a:rPr lang="en-AU" sz="1400" b="0" dirty="0"/>
            </a:br>
            <a:r>
              <a:rPr lang="en-AU" sz="1400" b="0" dirty="0"/>
              <a:t>                 delivery is not saving) or possible time impacts. </a:t>
            </a:r>
          </a:p>
          <a:p>
            <a:pPr>
              <a:lnSpc>
                <a:spcPct val="100000"/>
              </a:lnSpc>
            </a:pPr>
            <a:r>
              <a:rPr lang="en-AU" sz="1400" b="0" dirty="0"/>
              <a:t> </a:t>
            </a:r>
          </a:p>
          <a:p>
            <a:pPr>
              <a:lnSpc>
                <a:spcPct val="100000"/>
              </a:lnSpc>
            </a:pPr>
            <a:r>
              <a:rPr lang="en-AU" sz="1400" u="sng" dirty="0">
                <a:solidFill>
                  <a:srgbClr val="92D050"/>
                </a:solidFill>
              </a:rPr>
              <a:t>Tip Two</a:t>
            </a:r>
            <a:r>
              <a:rPr lang="en-AU" sz="1400" dirty="0">
                <a:solidFill>
                  <a:srgbClr val="92D050"/>
                </a:solidFill>
              </a:rPr>
              <a:t> </a:t>
            </a:r>
            <a:r>
              <a:rPr lang="en-AU" sz="1400" b="0" dirty="0"/>
              <a:t>– you can raise/prepare multiple baskets, if you need some items now and some items later you can just order what you need now.  </a:t>
            </a:r>
          </a:p>
          <a:p>
            <a:pPr>
              <a:lnSpc>
                <a:spcPct val="100000"/>
              </a:lnSpc>
            </a:pPr>
            <a:r>
              <a:rPr lang="en-AU" sz="1400" b="0" dirty="0"/>
              <a:t> </a:t>
            </a:r>
          </a:p>
          <a:p>
            <a:pPr>
              <a:lnSpc>
                <a:spcPct val="100000"/>
              </a:lnSpc>
            </a:pPr>
            <a:r>
              <a:rPr lang="en-AU" sz="1400" u="sng" dirty="0">
                <a:solidFill>
                  <a:srgbClr val="92D050"/>
                </a:solidFill>
              </a:rPr>
              <a:t>Tip Three</a:t>
            </a:r>
            <a:r>
              <a:rPr lang="en-AU" sz="1400" dirty="0">
                <a:solidFill>
                  <a:srgbClr val="92D050"/>
                </a:solidFill>
              </a:rPr>
              <a:t> </a:t>
            </a:r>
            <a:r>
              <a:rPr lang="en-AU" sz="1400" b="0" dirty="0"/>
              <a:t>– remember to contact the supplier for stock levels, we aren’t resourced do this for you.</a:t>
            </a:r>
          </a:p>
          <a:p>
            <a:pPr>
              <a:lnSpc>
                <a:spcPct val="100000"/>
              </a:lnSpc>
            </a:pPr>
            <a:r>
              <a:rPr lang="en-AU" sz="1400" b="0" dirty="0"/>
              <a:t> </a:t>
            </a:r>
          </a:p>
          <a:p>
            <a:pPr>
              <a:lnSpc>
                <a:spcPct val="100000"/>
              </a:lnSpc>
            </a:pPr>
            <a:r>
              <a:rPr lang="en-AU" sz="1400" u="sng" dirty="0">
                <a:solidFill>
                  <a:srgbClr val="92D050"/>
                </a:solidFill>
              </a:rPr>
              <a:t>Tip Four</a:t>
            </a:r>
            <a:r>
              <a:rPr lang="en-AU" sz="1400" dirty="0">
                <a:solidFill>
                  <a:srgbClr val="92D050"/>
                </a:solidFill>
              </a:rPr>
              <a:t> </a:t>
            </a:r>
            <a:r>
              <a:rPr lang="en-AU" sz="1400" b="0" dirty="0"/>
              <a:t>– please use your capstone group name for your basket (</a:t>
            </a:r>
            <a:r>
              <a:rPr lang="en-AU" sz="1400" b="0" dirty="0" err="1"/>
              <a:t>eg</a:t>
            </a:r>
            <a:r>
              <a:rPr lang="en-AU" sz="1400" b="0" dirty="0"/>
              <a:t> EMI-21-MMIC-042).  </a:t>
            </a:r>
          </a:p>
          <a:p>
            <a:pPr>
              <a:lnSpc>
                <a:spcPct val="100000"/>
              </a:lnSpc>
            </a:pPr>
            <a:r>
              <a:rPr lang="en-AU" sz="1400" b="0" dirty="0"/>
              <a:t> </a:t>
            </a:r>
          </a:p>
          <a:p>
            <a:pPr>
              <a:lnSpc>
                <a:spcPct val="100000"/>
              </a:lnSpc>
            </a:pPr>
            <a:r>
              <a:rPr lang="en-AU" sz="1400" u="sng" dirty="0">
                <a:solidFill>
                  <a:srgbClr val="92D050"/>
                </a:solidFill>
              </a:rPr>
              <a:t>Tip Five</a:t>
            </a:r>
            <a:r>
              <a:rPr lang="en-AU" sz="1400" dirty="0">
                <a:solidFill>
                  <a:srgbClr val="92D050"/>
                </a:solidFill>
              </a:rPr>
              <a:t> </a:t>
            </a:r>
            <a:r>
              <a:rPr lang="en-AU" sz="1400" b="0" dirty="0"/>
              <a:t>– please ‘share’ your basket with the lab cluster team member you have been working with AND the FEIT Student Guides: </a:t>
            </a:r>
          </a:p>
          <a:p>
            <a:pPr>
              <a:lnSpc>
                <a:spcPct val="100000"/>
              </a:lnSpc>
            </a:pPr>
            <a:r>
              <a:rPr lang="en-AU" sz="1400" b="0" dirty="0"/>
              <a:t>		</a:t>
            </a:r>
            <a:r>
              <a:rPr lang="en-AU" sz="1600" dirty="0"/>
              <a:t>Diandra Elizabeth, Mr Andy Kang, Ms Katya </a:t>
            </a:r>
            <a:r>
              <a:rPr lang="en-AU" sz="1600" dirty="0" err="1"/>
              <a:t>Shemetova</a:t>
            </a:r>
            <a:endParaRPr lang="en-AU" sz="1600" dirty="0"/>
          </a:p>
          <a:p>
            <a:pPr>
              <a:lnSpc>
                <a:spcPct val="100000"/>
              </a:lnSpc>
            </a:pPr>
            <a:r>
              <a:rPr lang="en-AU" sz="1400" b="0" dirty="0"/>
              <a:t>	</a:t>
            </a:r>
            <a:r>
              <a:rPr lang="en-AU" sz="1400" b="0" dirty="0">
                <a:sym typeface="Symbol" panose="05050102010706020507" pitchFamily="18" charset="2"/>
              </a:rPr>
              <a:t></a:t>
            </a:r>
            <a:r>
              <a:rPr lang="en-AU" sz="1400" b="0" dirty="0"/>
              <a:t>  </a:t>
            </a:r>
            <a:r>
              <a:rPr lang="en-AU" sz="1400" b="0" u="sng" dirty="0"/>
              <a:t>Please remember to tick the box “user can change…”</a:t>
            </a:r>
          </a:p>
          <a:p>
            <a:pPr>
              <a:lnSpc>
                <a:spcPct val="100000"/>
              </a:lnSpc>
            </a:pPr>
            <a:endParaRPr lang="en-AU" sz="1400" b="0" dirty="0"/>
          </a:p>
          <a:p>
            <a:pPr>
              <a:lnSpc>
                <a:spcPct val="100000"/>
              </a:lnSpc>
            </a:pPr>
            <a:r>
              <a:rPr lang="en-AU" sz="1400" u="sng" dirty="0">
                <a:solidFill>
                  <a:srgbClr val="92D050"/>
                </a:solidFill>
              </a:rPr>
              <a:t>Tip Six</a:t>
            </a:r>
            <a:r>
              <a:rPr lang="en-AU" sz="1400" dirty="0">
                <a:solidFill>
                  <a:srgbClr val="92D050"/>
                </a:solidFill>
              </a:rPr>
              <a:t> </a:t>
            </a:r>
            <a:r>
              <a:rPr lang="en-AU" sz="1400" b="0" dirty="0"/>
              <a:t>– if all else fails read the user guide!</a:t>
            </a:r>
            <a:endParaRPr lang="en-AU" sz="1800" b="0" dirty="0"/>
          </a:p>
        </p:txBody>
      </p:sp>
    </p:spTree>
    <p:extLst>
      <p:ext uri="{BB962C8B-B14F-4D97-AF65-F5344CB8AC3E}">
        <p14:creationId xmlns:p14="http://schemas.microsoft.com/office/powerpoint/2010/main" val="134024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01AFB-647E-0497-8A06-AA8E92974F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3D87A-A8B0-7A07-23D0-22DA206313AA}"/>
              </a:ext>
            </a:extLst>
          </p:cNvPr>
          <p:cNvSpPr>
            <a:spLocks noGrp="1"/>
          </p:cNvSpPr>
          <p:nvPr>
            <p:ph type="title"/>
          </p:nvPr>
        </p:nvSpPr>
        <p:spPr>
          <a:xfrm>
            <a:off x="358858" y="509565"/>
            <a:ext cx="9695205" cy="531544"/>
          </a:xfrm>
        </p:spPr>
        <p:txBody>
          <a:bodyPr/>
          <a:lstStyle/>
          <a:p>
            <a:r>
              <a:rPr lang="en-AU" dirty="0"/>
              <a:t>Step 4: The team will place your order</a:t>
            </a:r>
          </a:p>
        </p:txBody>
      </p:sp>
      <p:sp>
        <p:nvSpPr>
          <p:cNvPr id="3" name="Content Placeholder 2">
            <a:extLst>
              <a:ext uri="{FF2B5EF4-FFF2-40B4-BE49-F238E27FC236}">
                <a16:creationId xmlns:a16="http://schemas.microsoft.com/office/drawing/2014/main" id="{6CB29047-9F34-53B8-3957-5FC371236D77}"/>
              </a:ext>
            </a:extLst>
          </p:cNvPr>
          <p:cNvSpPr>
            <a:spLocks noGrp="1"/>
          </p:cNvSpPr>
          <p:nvPr>
            <p:ph sz="quarter" idx="14"/>
          </p:nvPr>
        </p:nvSpPr>
        <p:spPr>
          <a:xfrm>
            <a:off x="345601" y="2511707"/>
            <a:ext cx="12062460" cy="3350045"/>
          </a:xfrm>
        </p:spPr>
        <p:txBody>
          <a:bodyPr/>
          <a:lstStyle/>
          <a:p>
            <a:r>
              <a:rPr lang="en-AU" b="0" dirty="0"/>
              <a:t>You will be advised at the time of ordering how your materials will be delivered:</a:t>
            </a:r>
          </a:p>
          <a:p>
            <a:pPr lvl="1"/>
            <a:r>
              <a:rPr lang="en-AU" sz="2400" b="1" dirty="0"/>
              <a:t>Collect from store </a:t>
            </a:r>
            <a:r>
              <a:rPr lang="en-AU" dirty="0"/>
              <a:t>– some suppliers are happy for you to collect in store.</a:t>
            </a:r>
            <a:br>
              <a:rPr lang="en-AU" dirty="0"/>
            </a:br>
            <a:r>
              <a:rPr lang="en-AU" dirty="0"/>
              <a:t>                                      We will advise you at the time with specific instructions regarding                 </a:t>
            </a:r>
            <a:br>
              <a:rPr lang="en-AU" dirty="0"/>
            </a:br>
            <a:r>
              <a:rPr lang="en-AU" dirty="0"/>
              <a:t>                                      how to collect from which store.</a:t>
            </a:r>
          </a:p>
          <a:p>
            <a:pPr lvl="1"/>
            <a:r>
              <a:rPr lang="en-AU" sz="2400" b="1" dirty="0"/>
              <a:t>Hazardous/bulky items </a:t>
            </a:r>
            <a:r>
              <a:rPr lang="en-AU" dirty="0"/>
              <a:t>– these will be delivered to one of the Uni speciality stores. </a:t>
            </a:r>
          </a:p>
          <a:p>
            <a:pPr lvl="1"/>
            <a:r>
              <a:rPr lang="en-AU" dirty="0"/>
              <a:t>                                               We will advise you on collection processes at time of ordering.</a:t>
            </a:r>
          </a:p>
          <a:p>
            <a:pPr lvl="1"/>
            <a:r>
              <a:rPr lang="en-AU" sz="2400" b="1" dirty="0"/>
              <a:t>FEIT Loans Hub </a:t>
            </a:r>
            <a:r>
              <a:rPr lang="en-AU" dirty="0"/>
              <a:t>– most items are delivered by the Uni mail team to the FEIT Loans Hub.  </a:t>
            </a:r>
            <a:br>
              <a:rPr lang="en-AU" dirty="0"/>
            </a:br>
            <a:r>
              <a:rPr lang="en-AU" dirty="0"/>
              <a:t>                                  They will be placed in a locker for you collect.  </a:t>
            </a:r>
            <a:br>
              <a:rPr lang="en-AU" dirty="0"/>
            </a:br>
            <a:r>
              <a:rPr lang="en-AU" dirty="0"/>
              <a:t>                                  We have limited lockers so we ask if you can collect with ~48hrs.</a:t>
            </a:r>
          </a:p>
          <a:p>
            <a:pPr>
              <a:lnSpc>
                <a:spcPct val="150000"/>
              </a:lnSpc>
            </a:pPr>
            <a:r>
              <a:rPr lang="en-AU" dirty="0"/>
              <a:t>You will be contacted as soon as your items arrive.</a:t>
            </a:r>
            <a:br>
              <a:rPr lang="en-AU" dirty="0"/>
            </a:br>
            <a:r>
              <a:rPr lang="en-AU" dirty="0"/>
              <a:t>Please feel free to reach out directly to the supplier for stock levels and delivery queries.</a:t>
            </a:r>
          </a:p>
          <a:p>
            <a:endParaRPr lang="en-AU" b="0" dirty="0"/>
          </a:p>
        </p:txBody>
      </p:sp>
      <p:sp>
        <p:nvSpPr>
          <p:cNvPr id="4" name="Title 1">
            <a:extLst>
              <a:ext uri="{FF2B5EF4-FFF2-40B4-BE49-F238E27FC236}">
                <a16:creationId xmlns:a16="http://schemas.microsoft.com/office/drawing/2014/main" id="{714446D9-86E9-ADDA-9C29-ADDD796D43F5}"/>
              </a:ext>
            </a:extLst>
          </p:cNvPr>
          <p:cNvSpPr txBox="1">
            <a:spLocks/>
          </p:cNvSpPr>
          <p:nvPr/>
        </p:nvSpPr>
        <p:spPr>
          <a:xfrm>
            <a:off x="358859" y="1887226"/>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1"/>
                </a:solidFill>
                <a:latin typeface="+mj-lt"/>
                <a:ea typeface="+mj-ea"/>
                <a:cs typeface="Arial" pitchFamily="34" charset="0"/>
              </a:defRPr>
            </a:lvl1pPr>
          </a:lstStyle>
          <a:p>
            <a:r>
              <a:rPr lang="en-AU" dirty="0"/>
              <a:t>Step 5: Deliveries</a:t>
            </a:r>
          </a:p>
        </p:txBody>
      </p:sp>
      <p:sp>
        <p:nvSpPr>
          <p:cNvPr id="5" name="TextBox 4">
            <a:extLst>
              <a:ext uri="{FF2B5EF4-FFF2-40B4-BE49-F238E27FC236}">
                <a16:creationId xmlns:a16="http://schemas.microsoft.com/office/drawing/2014/main" id="{97AEED04-8023-12D4-779F-7C06A6DC1DDB}"/>
              </a:ext>
            </a:extLst>
          </p:cNvPr>
          <p:cNvSpPr txBox="1"/>
          <p:nvPr/>
        </p:nvSpPr>
        <p:spPr>
          <a:xfrm>
            <a:off x="345601" y="1071444"/>
            <a:ext cx="9355959" cy="769313"/>
          </a:xfrm>
          <a:prstGeom prst="rect">
            <a:avLst/>
          </a:prstGeom>
          <a:noFill/>
        </p:spPr>
        <p:txBody>
          <a:bodyPr wrap="none" rtlCol="0">
            <a:spAutoFit/>
          </a:bodyPr>
          <a:lstStyle/>
          <a:p>
            <a:r>
              <a:rPr lang="en-AU" sz="2000" dirty="0">
                <a:solidFill>
                  <a:schemeClr val="bg1"/>
                </a:solidFill>
              </a:rPr>
              <a:t>You will be sent confirmation of the Purchase Order and/or any upfront payment. </a:t>
            </a:r>
          </a:p>
          <a:p>
            <a:endParaRPr lang="en-AU" dirty="0"/>
          </a:p>
        </p:txBody>
      </p:sp>
    </p:spTree>
    <p:extLst>
      <p:ext uri="{BB962C8B-B14F-4D97-AF65-F5344CB8AC3E}">
        <p14:creationId xmlns:p14="http://schemas.microsoft.com/office/powerpoint/2010/main" val="1878476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D0D7F-95EC-E5E4-842C-6DFD2B2961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C1C0E-6C3F-00C1-AD9B-FB3CF2A73507}"/>
              </a:ext>
            </a:extLst>
          </p:cNvPr>
          <p:cNvSpPr>
            <a:spLocks noGrp="1"/>
          </p:cNvSpPr>
          <p:nvPr>
            <p:ph type="title"/>
          </p:nvPr>
        </p:nvSpPr>
        <p:spPr>
          <a:xfrm>
            <a:off x="345601" y="1052736"/>
            <a:ext cx="9695205" cy="531544"/>
          </a:xfrm>
        </p:spPr>
        <p:txBody>
          <a:bodyPr/>
          <a:lstStyle/>
          <a:p>
            <a:r>
              <a:rPr lang="en-AU" dirty="0"/>
              <a:t>Step 6: Returns</a:t>
            </a:r>
          </a:p>
        </p:txBody>
      </p:sp>
      <p:sp>
        <p:nvSpPr>
          <p:cNvPr id="3" name="Content Placeholder 2">
            <a:extLst>
              <a:ext uri="{FF2B5EF4-FFF2-40B4-BE49-F238E27FC236}">
                <a16:creationId xmlns:a16="http://schemas.microsoft.com/office/drawing/2014/main" id="{306B4701-2E5D-D365-570E-F7FC81C459E9}"/>
              </a:ext>
            </a:extLst>
          </p:cNvPr>
          <p:cNvSpPr>
            <a:spLocks noGrp="1"/>
          </p:cNvSpPr>
          <p:nvPr>
            <p:ph sz="quarter" idx="14"/>
          </p:nvPr>
        </p:nvSpPr>
        <p:spPr>
          <a:xfrm>
            <a:off x="345602" y="1870255"/>
            <a:ext cx="11500798" cy="4645745"/>
          </a:xfrm>
        </p:spPr>
        <p:txBody>
          <a:bodyPr/>
          <a:lstStyle/>
          <a:p>
            <a:pPr lvl="0"/>
            <a:r>
              <a:rPr lang="en-AU" dirty="0"/>
              <a:t>If you have lent any device or have an item that can be re-used, your lab cluster will reach out prior to Endeavour to discuss returns.</a:t>
            </a:r>
          </a:p>
          <a:p>
            <a:r>
              <a:rPr lang="en-AU" dirty="0"/>
              <a:t> </a:t>
            </a:r>
          </a:p>
          <a:p>
            <a:endParaRPr lang="en-AU" dirty="0"/>
          </a:p>
          <a:p>
            <a:endParaRPr lang="en-AU" b="0" dirty="0"/>
          </a:p>
        </p:txBody>
      </p:sp>
    </p:spTree>
    <p:extLst>
      <p:ext uri="{BB962C8B-B14F-4D97-AF65-F5344CB8AC3E}">
        <p14:creationId xmlns:p14="http://schemas.microsoft.com/office/powerpoint/2010/main" val="1668322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30DAC-7A07-9932-C73C-B322C2790B2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A8AAAE3-C713-15AD-62C3-05A5030FC154}"/>
              </a:ext>
            </a:extLst>
          </p:cNvPr>
          <p:cNvSpPr>
            <a:spLocks noGrp="1"/>
          </p:cNvSpPr>
          <p:nvPr>
            <p:ph type="title"/>
          </p:nvPr>
        </p:nvSpPr>
        <p:spPr>
          <a:xfrm>
            <a:off x="2468363" y="2473247"/>
            <a:ext cx="11290570" cy="772415"/>
          </a:xfrm>
        </p:spPr>
        <p:txBody>
          <a:bodyPr/>
          <a:lstStyle/>
          <a:p>
            <a:r>
              <a:rPr lang="en-AU" dirty="0"/>
              <a:t>The Creator Space (TCS)</a:t>
            </a:r>
          </a:p>
        </p:txBody>
      </p:sp>
      <p:sp>
        <p:nvSpPr>
          <p:cNvPr id="3" name="Text Placeholder 2">
            <a:extLst>
              <a:ext uri="{FF2B5EF4-FFF2-40B4-BE49-F238E27FC236}">
                <a16:creationId xmlns:a16="http://schemas.microsoft.com/office/drawing/2014/main" id="{6A18948C-ECAC-206E-3F8B-E51773DD18D1}"/>
              </a:ext>
            </a:extLst>
          </p:cNvPr>
          <p:cNvSpPr>
            <a:spLocks noGrp="1"/>
          </p:cNvSpPr>
          <p:nvPr>
            <p:ph type="body" sz="quarter" idx="18"/>
          </p:nvPr>
        </p:nvSpPr>
        <p:spPr/>
        <p:txBody>
          <a:bodyPr/>
          <a:lstStyle/>
          <a:p>
            <a:r>
              <a:rPr lang="en-AU" dirty="0"/>
              <a:t>Semester 1, 2026</a:t>
            </a:r>
          </a:p>
        </p:txBody>
      </p:sp>
    </p:spTree>
    <p:extLst>
      <p:ext uri="{BB962C8B-B14F-4D97-AF65-F5344CB8AC3E}">
        <p14:creationId xmlns:p14="http://schemas.microsoft.com/office/powerpoint/2010/main" val="543831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A7ECB-90E1-F2A1-CF30-FE47C73073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05E7D7-F4A9-D7AC-AE7D-E2CE7C28E6EA}"/>
              </a:ext>
            </a:extLst>
          </p:cNvPr>
          <p:cNvSpPr>
            <a:spLocks noGrp="1"/>
          </p:cNvSpPr>
          <p:nvPr>
            <p:ph type="title"/>
          </p:nvPr>
        </p:nvSpPr>
        <p:spPr>
          <a:xfrm>
            <a:off x="4748459" y="5865805"/>
            <a:ext cx="8225156" cy="531544"/>
          </a:xfrm>
        </p:spPr>
        <p:txBody>
          <a:bodyPr/>
          <a:lstStyle/>
          <a:p>
            <a:pPr lvl="0" defTabSz="914400">
              <a:lnSpc>
                <a:spcPct val="100000"/>
              </a:lnSpc>
              <a:spcBef>
                <a:spcPts val="0"/>
              </a:spcBef>
              <a:defRPr/>
            </a:pPr>
            <a:r>
              <a:rPr lang="en-AU" sz="2000" dirty="0">
                <a:solidFill>
                  <a:prstClr val="white"/>
                </a:solidFill>
                <a:latin typeface="Segoe UI"/>
              </a:rPr>
              <a:t>eng.unimelb.edu.au/</a:t>
            </a:r>
            <a:r>
              <a:rPr lang="en-AU" sz="2000" dirty="0" err="1">
                <a:solidFill>
                  <a:prstClr val="white"/>
                </a:solidFill>
                <a:latin typeface="Segoe UI"/>
              </a:rPr>
              <a:t>telstra-creator-space#start-making</a:t>
            </a:r>
            <a:endParaRPr lang="en-AU" sz="2000" dirty="0">
              <a:solidFill>
                <a:prstClr val="white"/>
              </a:solidFill>
              <a:latin typeface="Segoe UI"/>
            </a:endParaRPr>
          </a:p>
        </p:txBody>
      </p:sp>
      <p:sp>
        <p:nvSpPr>
          <p:cNvPr id="3" name="Content Placeholder 2">
            <a:extLst>
              <a:ext uri="{FF2B5EF4-FFF2-40B4-BE49-F238E27FC236}">
                <a16:creationId xmlns:a16="http://schemas.microsoft.com/office/drawing/2014/main" id="{FDA01AFB-6352-42FC-F1F1-7E2D8759531B}"/>
              </a:ext>
            </a:extLst>
          </p:cNvPr>
          <p:cNvSpPr>
            <a:spLocks noGrp="1"/>
          </p:cNvSpPr>
          <p:nvPr>
            <p:ph sz="quarter" idx="14"/>
          </p:nvPr>
        </p:nvSpPr>
        <p:spPr>
          <a:xfrm>
            <a:off x="345602" y="2136955"/>
            <a:ext cx="11500798" cy="4645745"/>
          </a:xfrm>
        </p:spPr>
        <p:txBody>
          <a:bodyPr/>
          <a:lstStyle/>
          <a:p>
            <a:endParaRPr lang="en-AU" dirty="0"/>
          </a:p>
          <a:p>
            <a:endParaRPr lang="en-AU" b="0" dirty="0"/>
          </a:p>
        </p:txBody>
      </p:sp>
      <p:pic>
        <p:nvPicPr>
          <p:cNvPr id="4" name="Picture Placeholder 5">
            <a:extLst>
              <a:ext uri="{FF2B5EF4-FFF2-40B4-BE49-F238E27FC236}">
                <a16:creationId xmlns:a16="http://schemas.microsoft.com/office/drawing/2014/main" id="{8CB5EAC1-0BEF-A4B4-3B5A-EFD9B137AFDE}"/>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558675" y="1412834"/>
            <a:ext cx="3296228" cy="2198643"/>
          </a:xfrm>
          <a:prstGeom prst="rect">
            <a:avLst/>
          </a:prstGeom>
        </p:spPr>
      </p:pic>
      <p:sp>
        <p:nvSpPr>
          <p:cNvPr id="5" name="Text Placeholder 5">
            <a:extLst>
              <a:ext uri="{FF2B5EF4-FFF2-40B4-BE49-F238E27FC236}">
                <a16:creationId xmlns:a16="http://schemas.microsoft.com/office/drawing/2014/main" id="{2250A10D-D034-8953-7C4E-36BF9A08C2E1}"/>
              </a:ext>
            </a:extLst>
          </p:cNvPr>
          <p:cNvSpPr txBox="1">
            <a:spLocks/>
          </p:cNvSpPr>
          <p:nvPr/>
        </p:nvSpPr>
        <p:spPr>
          <a:xfrm>
            <a:off x="4067976" y="1393242"/>
            <a:ext cx="7991368" cy="3622877"/>
          </a:xfrm>
          <a:prstGeom prst="rect">
            <a:avLst/>
          </a:prstGeom>
        </p:spPr>
        <p:txBody>
          <a:bodyPr vert="horz" lIns="0" tIns="0" rIns="0" bIns="0" rtlCol="0" anchor="ctr"/>
          <a:lstStyle>
            <a:defPPr>
              <a:defRPr lang="en-US"/>
            </a:defPPr>
            <a:lvl1pPr marL="0" algn="l" defTabSz="1218895" rtl="0" eaLnBrk="1" latinLnBrk="0" hangingPunct="1">
              <a:lnSpc>
                <a:spcPts val="1200"/>
              </a:lnSpc>
              <a:defRPr sz="1000" b="1" kern="1200">
                <a:solidFill>
                  <a:schemeClr val="bg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a:lstStyle>
          <a:p>
            <a:pPr marL="285750" indent="-285750">
              <a:lnSpc>
                <a:spcPct val="150000"/>
              </a:lnSpc>
              <a:buFont typeface="Arial" panose="020B0604020202020204" pitchFamily="34" charset="0"/>
              <a:buChar char="•"/>
            </a:pPr>
            <a:r>
              <a:rPr lang="en-AU" sz="2000" dirty="0"/>
              <a:t>Open Monday to Friday 10-7pm</a:t>
            </a:r>
          </a:p>
          <a:p>
            <a:pPr marL="285750" indent="-285750">
              <a:lnSpc>
                <a:spcPct val="150000"/>
              </a:lnSpc>
              <a:buFont typeface="Arial" panose="020B0604020202020204" pitchFamily="34" charset="0"/>
              <a:buChar char="•"/>
            </a:pPr>
            <a:r>
              <a:rPr lang="en-AU" sz="2000" dirty="0"/>
              <a:t>Extensive range of tools and equipment from</a:t>
            </a:r>
            <a:br>
              <a:rPr lang="en-AU" sz="2000" dirty="0"/>
            </a:br>
            <a:r>
              <a:rPr lang="en-AU" sz="2000" dirty="0"/>
              <a:t> laser cutting, Wood Shop, Metal Shop to electronics  </a:t>
            </a:r>
          </a:p>
          <a:p>
            <a:pPr marL="285750" indent="-285750">
              <a:lnSpc>
                <a:spcPct val="150000"/>
              </a:lnSpc>
              <a:buFont typeface="Arial" panose="020B0604020202020204" pitchFamily="34" charset="0"/>
              <a:buChar char="•"/>
            </a:pPr>
            <a:r>
              <a:rPr lang="en-AU" sz="2000" dirty="0"/>
              <a:t>Online and face to face training on the tools and equipment</a:t>
            </a:r>
          </a:p>
          <a:p>
            <a:pPr marL="285750" indent="-285750">
              <a:lnSpc>
                <a:spcPct val="150000"/>
              </a:lnSpc>
              <a:buFont typeface="Arial" panose="020B0604020202020204" pitchFamily="34" charset="0"/>
              <a:buChar char="•"/>
            </a:pPr>
            <a:r>
              <a:rPr lang="en-AU" sz="2000" dirty="0"/>
              <a:t>Mandatory completion of General Maker training required to use space</a:t>
            </a:r>
          </a:p>
          <a:p>
            <a:pPr marL="285750" indent="-285750">
              <a:lnSpc>
                <a:spcPct val="150000"/>
              </a:lnSpc>
              <a:buFont typeface="Arial" panose="020B0604020202020204" pitchFamily="34" charset="0"/>
              <a:buChar char="•"/>
            </a:pPr>
            <a:r>
              <a:rPr lang="en-AU" sz="2000" dirty="0"/>
              <a:t>Talented team with industry experience that provide a safe and supporting hands-on work environment</a:t>
            </a:r>
          </a:p>
        </p:txBody>
      </p:sp>
      <p:pic>
        <p:nvPicPr>
          <p:cNvPr id="6" name="Picture Placeholder 5">
            <a:extLst>
              <a:ext uri="{FF2B5EF4-FFF2-40B4-BE49-F238E27FC236}">
                <a16:creationId xmlns:a16="http://schemas.microsoft.com/office/drawing/2014/main" id="{C4A6B450-3AC3-A12D-8FFE-4B71EE9FDBF7}"/>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58546" y="4198705"/>
            <a:ext cx="3296357" cy="2198644"/>
          </a:xfrm>
          <a:prstGeom prst="rect">
            <a:avLst/>
          </a:prstGeom>
        </p:spPr>
      </p:pic>
      <p:sp>
        <p:nvSpPr>
          <p:cNvPr id="8" name="Title 1">
            <a:extLst>
              <a:ext uri="{FF2B5EF4-FFF2-40B4-BE49-F238E27FC236}">
                <a16:creationId xmlns:a16="http://schemas.microsoft.com/office/drawing/2014/main" id="{EDAFEAAE-E6DF-7CE9-60A5-964E549117BE}"/>
              </a:ext>
            </a:extLst>
          </p:cNvPr>
          <p:cNvSpPr txBox="1">
            <a:spLocks/>
          </p:cNvSpPr>
          <p:nvPr/>
        </p:nvSpPr>
        <p:spPr>
          <a:xfrm>
            <a:off x="4457650" y="5440962"/>
            <a:ext cx="8225156"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1"/>
                </a:solidFill>
                <a:latin typeface="+mj-lt"/>
                <a:ea typeface="+mj-ea"/>
                <a:cs typeface="Arial" pitchFamily="34" charset="0"/>
              </a:defRPr>
            </a:lvl1pPr>
          </a:lstStyle>
          <a:p>
            <a:pPr defTabSz="914400">
              <a:lnSpc>
                <a:spcPct val="100000"/>
              </a:lnSpc>
              <a:spcBef>
                <a:spcPts val="0"/>
              </a:spcBef>
              <a:defRPr/>
            </a:pPr>
            <a:r>
              <a:rPr lang="en-AU" sz="2000" dirty="0">
                <a:solidFill>
                  <a:prstClr val="white"/>
                </a:solidFill>
                <a:latin typeface="Segoe UI"/>
              </a:rPr>
              <a:t>Start making….</a:t>
            </a:r>
          </a:p>
        </p:txBody>
      </p:sp>
      <p:sp>
        <p:nvSpPr>
          <p:cNvPr id="9" name="Title 1">
            <a:extLst>
              <a:ext uri="{FF2B5EF4-FFF2-40B4-BE49-F238E27FC236}">
                <a16:creationId xmlns:a16="http://schemas.microsoft.com/office/drawing/2014/main" id="{03ECCABB-FDD0-2751-81D5-BB662CEF03B2}"/>
              </a:ext>
            </a:extLst>
          </p:cNvPr>
          <p:cNvSpPr txBox="1">
            <a:spLocks/>
          </p:cNvSpPr>
          <p:nvPr/>
        </p:nvSpPr>
        <p:spPr>
          <a:xfrm>
            <a:off x="345600" y="342000"/>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1"/>
                </a:solidFill>
                <a:latin typeface="+mj-lt"/>
                <a:ea typeface="+mj-ea"/>
                <a:cs typeface="Arial" pitchFamily="34" charset="0"/>
              </a:defRPr>
            </a:lvl1pPr>
          </a:lstStyle>
          <a:p>
            <a:r>
              <a:rPr lang="en-AU" dirty="0"/>
              <a:t>TCS - Overview</a:t>
            </a:r>
          </a:p>
        </p:txBody>
      </p:sp>
    </p:spTree>
    <p:extLst>
      <p:ext uri="{BB962C8B-B14F-4D97-AF65-F5344CB8AC3E}">
        <p14:creationId xmlns:p14="http://schemas.microsoft.com/office/powerpoint/2010/main" val="14622916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25F31-694E-8E91-AE2F-4644A7B812B9}"/>
            </a:ext>
          </a:extLst>
        </p:cNvPr>
        <p:cNvGrpSpPr/>
        <p:nvPr/>
      </p:nvGrpSpPr>
      <p:grpSpPr>
        <a:xfrm>
          <a:off x="0" y="0"/>
          <a:ext cx="0" cy="0"/>
          <a:chOff x="0" y="0"/>
          <a:chExt cx="0" cy="0"/>
        </a:xfrm>
      </p:grpSpPr>
      <p:sp>
        <p:nvSpPr>
          <p:cNvPr id="11" name="Text Placeholder 5">
            <a:extLst>
              <a:ext uri="{FF2B5EF4-FFF2-40B4-BE49-F238E27FC236}">
                <a16:creationId xmlns:a16="http://schemas.microsoft.com/office/drawing/2014/main" id="{20805D5B-5488-CF73-7E1D-D6B9CDB44F72}"/>
              </a:ext>
            </a:extLst>
          </p:cNvPr>
          <p:cNvSpPr txBox="1">
            <a:spLocks/>
          </p:cNvSpPr>
          <p:nvPr/>
        </p:nvSpPr>
        <p:spPr>
          <a:xfrm>
            <a:off x="3740730" y="1124428"/>
            <a:ext cx="7991368" cy="2555455"/>
          </a:xfrm>
          <a:prstGeom prst="rect">
            <a:avLst/>
          </a:prstGeom>
        </p:spPr>
        <p:txBody>
          <a:bodyPr vert="horz" lIns="0" tIns="0" rIns="0" bIns="0" rtlCol="0" anchor="ctr"/>
          <a:lstStyle>
            <a:defPPr>
              <a:defRPr lang="en-US"/>
            </a:defPPr>
            <a:lvl1pPr marL="0" algn="l" defTabSz="1218895" rtl="0" eaLnBrk="1" latinLnBrk="0" hangingPunct="1">
              <a:lnSpc>
                <a:spcPts val="1200"/>
              </a:lnSpc>
              <a:defRPr sz="1000" b="1" kern="1200">
                <a:solidFill>
                  <a:schemeClr val="bg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a:lstStyle>
          <a:p>
            <a:pPr marL="342900" indent="-342900">
              <a:lnSpc>
                <a:spcPct val="150000"/>
              </a:lnSpc>
              <a:buFont typeface="Arial" panose="020B0604020202020204" pitchFamily="34" charset="0"/>
              <a:buChar char="•"/>
            </a:pPr>
            <a:r>
              <a:rPr lang="en-AU" sz="2000" dirty="0"/>
              <a:t>TCS cannot provide “in-kind” materials</a:t>
            </a:r>
          </a:p>
          <a:p>
            <a:pPr marL="342900" indent="-342900">
              <a:lnSpc>
                <a:spcPct val="150000"/>
              </a:lnSpc>
              <a:buFont typeface="Arial" panose="020B0604020202020204" pitchFamily="34" charset="0"/>
              <a:buChar char="•"/>
            </a:pPr>
            <a:r>
              <a:rPr lang="en-AU" sz="2000" dirty="0"/>
              <a:t>Make sure materials you want to bring in are approved at concierge desk</a:t>
            </a:r>
          </a:p>
          <a:p>
            <a:pPr marL="342900" indent="-342900">
              <a:lnSpc>
                <a:spcPct val="150000"/>
              </a:lnSpc>
              <a:buFont typeface="Arial" panose="020B0604020202020204" pitchFamily="34" charset="0"/>
              <a:buChar char="•"/>
            </a:pPr>
            <a:r>
              <a:rPr lang="en-AU" sz="2000" dirty="0"/>
              <a:t>You might be asked to provide your safety documentation</a:t>
            </a:r>
          </a:p>
          <a:p>
            <a:pPr marL="342900" indent="-342900">
              <a:lnSpc>
                <a:spcPct val="150000"/>
              </a:lnSpc>
              <a:buFont typeface="Arial" panose="020B0604020202020204" pitchFamily="34" charset="0"/>
              <a:buChar char="•"/>
            </a:pPr>
            <a:r>
              <a:rPr lang="en-AU" sz="2000" dirty="0"/>
              <a:t>Some items that are </a:t>
            </a:r>
            <a:r>
              <a:rPr lang="en-AU" sz="2000" u="sng" dirty="0">
                <a:solidFill>
                  <a:srgbClr val="FF0000"/>
                </a:solidFill>
              </a:rPr>
              <a:t>not permitted</a:t>
            </a:r>
            <a:r>
              <a:rPr lang="en-AU" sz="2000" dirty="0">
                <a:solidFill>
                  <a:srgbClr val="FF0000"/>
                </a:solidFill>
              </a:rPr>
              <a:t> </a:t>
            </a:r>
            <a:r>
              <a:rPr lang="en-AU" sz="2000" dirty="0"/>
              <a:t>in the space:</a:t>
            </a:r>
          </a:p>
        </p:txBody>
      </p:sp>
      <p:sp>
        <p:nvSpPr>
          <p:cNvPr id="3" name="Content Placeholder 2">
            <a:extLst>
              <a:ext uri="{FF2B5EF4-FFF2-40B4-BE49-F238E27FC236}">
                <a16:creationId xmlns:a16="http://schemas.microsoft.com/office/drawing/2014/main" id="{9170B184-6238-F6B5-0A1B-9600592C05BF}"/>
              </a:ext>
            </a:extLst>
          </p:cNvPr>
          <p:cNvSpPr>
            <a:spLocks noGrp="1"/>
          </p:cNvSpPr>
          <p:nvPr>
            <p:ph sz="quarter" idx="14"/>
          </p:nvPr>
        </p:nvSpPr>
        <p:spPr>
          <a:xfrm>
            <a:off x="3740730" y="3573492"/>
            <a:ext cx="4226399" cy="1447800"/>
          </a:xfrm>
          <a:ln>
            <a:noFill/>
          </a:ln>
        </p:spPr>
        <p:txBody>
          <a:bodyPr/>
          <a:lstStyle/>
          <a:p>
            <a:pPr marL="952348" lvl="1" indent="-342900">
              <a:lnSpc>
                <a:spcPct val="150000"/>
              </a:lnSpc>
              <a:buClr>
                <a:schemeClr val="bg1"/>
              </a:buClr>
              <a:buFont typeface="Wingdings" panose="05000000000000000000" pitchFamily="2" charset="2"/>
              <a:buChar char="Ø"/>
            </a:pPr>
            <a:r>
              <a:rPr lang="en-AU" sz="2000" b="1" dirty="0"/>
              <a:t>240V equipment</a:t>
            </a:r>
          </a:p>
          <a:p>
            <a:pPr marL="952348" lvl="1" indent="-342900">
              <a:lnSpc>
                <a:spcPct val="150000"/>
              </a:lnSpc>
              <a:buClr>
                <a:schemeClr val="bg1"/>
              </a:buClr>
              <a:buFont typeface="Wingdings" panose="05000000000000000000" pitchFamily="2" charset="2"/>
              <a:buChar char="Ø"/>
            </a:pPr>
            <a:r>
              <a:rPr lang="en-AU" sz="2000" b="1" dirty="0"/>
              <a:t>Lithium batteries</a:t>
            </a:r>
          </a:p>
          <a:p>
            <a:pPr marL="952348" lvl="1" indent="-342900">
              <a:lnSpc>
                <a:spcPct val="150000"/>
              </a:lnSpc>
              <a:buClr>
                <a:schemeClr val="bg1"/>
              </a:buClr>
              <a:buFont typeface="Wingdings" panose="05000000000000000000" pitchFamily="2" charset="2"/>
              <a:buChar char="Ø"/>
            </a:pPr>
            <a:r>
              <a:rPr lang="en-AU" sz="2000" b="1" dirty="0"/>
              <a:t>Fibreglass</a:t>
            </a:r>
          </a:p>
          <a:p>
            <a:endParaRPr lang="en-AU" b="0" dirty="0">
              <a:ln>
                <a:solidFill>
                  <a:schemeClr val="bg1"/>
                </a:solidFill>
              </a:ln>
            </a:endParaRPr>
          </a:p>
        </p:txBody>
      </p:sp>
      <p:sp>
        <p:nvSpPr>
          <p:cNvPr id="10" name="Title 1">
            <a:extLst>
              <a:ext uri="{FF2B5EF4-FFF2-40B4-BE49-F238E27FC236}">
                <a16:creationId xmlns:a16="http://schemas.microsoft.com/office/drawing/2014/main" id="{3B0D9E05-BCB8-93FC-AA5E-8FA5C9888B79}"/>
              </a:ext>
            </a:extLst>
          </p:cNvPr>
          <p:cNvSpPr txBox="1">
            <a:spLocks/>
          </p:cNvSpPr>
          <p:nvPr/>
        </p:nvSpPr>
        <p:spPr>
          <a:xfrm>
            <a:off x="345600" y="342000"/>
            <a:ext cx="9695205" cy="531544"/>
          </a:xfrm>
          <a:prstGeom prst="rect">
            <a:avLst/>
          </a:prstGeom>
        </p:spPr>
        <p:txBody>
          <a:bodyPr vert="horz" lIns="0" tIns="0" rIns="0" bIns="0" rtlCol="0" anchor="t">
            <a:noAutofit/>
          </a:bodyPr>
          <a:lstStyle>
            <a:lvl1pPr algn="l" defTabSz="1218804" rtl="0" eaLnBrk="1" latinLnBrk="0" hangingPunct="1">
              <a:lnSpc>
                <a:spcPts val="4000"/>
              </a:lnSpc>
              <a:spcBef>
                <a:spcPct val="0"/>
              </a:spcBef>
              <a:buNone/>
              <a:defRPr sz="3600" b="1" kern="1200">
                <a:solidFill>
                  <a:schemeClr val="bg1"/>
                </a:solidFill>
                <a:latin typeface="+mj-lt"/>
                <a:ea typeface="+mj-ea"/>
                <a:cs typeface="Arial" pitchFamily="34" charset="0"/>
              </a:defRPr>
            </a:lvl1pPr>
          </a:lstStyle>
          <a:p>
            <a:r>
              <a:rPr lang="en-AU" dirty="0"/>
              <a:t>TCS – Important to know </a:t>
            </a:r>
          </a:p>
        </p:txBody>
      </p:sp>
      <p:sp>
        <p:nvSpPr>
          <p:cNvPr id="13" name="Content Placeholder 2">
            <a:extLst>
              <a:ext uri="{FF2B5EF4-FFF2-40B4-BE49-F238E27FC236}">
                <a16:creationId xmlns:a16="http://schemas.microsoft.com/office/drawing/2014/main" id="{82F2CA90-9865-1808-2030-C9487D017355}"/>
              </a:ext>
            </a:extLst>
          </p:cNvPr>
          <p:cNvSpPr txBox="1">
            <a:spLocks/>
          </p:cNvSpPr>
          <p:nvPr/>
        </p:nvSpPr>
        <p:spPr>
          <a:xfrm>
            <a:off x="6877050" y="3573492"/>
            <a:ext cx="4226399" cy="1447800"/>
          </a:xfrm>
          <a:prstGeom prst="rect">
            <a:avLst/>
          </a:prstGeom>
        </p:spPr>
        <p:txBody>
          <a:bodyPr vert="horz" lIns="0" tIns="0" rIns="0" bIns="0" rtlCol="0">
            <a:noAutofit/>
          </a:bodyPr>
          <a:lstStyle>
            <a:lvl1pPr marL="0" indent="0" algn="l" defTabSz="1218804" rtl="0" eaLnBrk="1" latinLnBrk="0" hangingPunct="1">
              <a:lnSpc>
                <a:spcPts val="2400"/>
              </a:lnSpc>
              <a:spcBef>
                <a:spcPts val="0"/>
              </a:spcBef>
              <a:spcAft>
                <a:spcPts val="600"/>
              </a:spcAft>
              <a:buFont typeface="Arial" pitchFamily="34" charset="0"/>
              <a:buNone/>
              <a:defRPr sz="2200" b="1" kern="1200" baseline="0">
                <a:solidFill>
                  <a:schemeClr val="bg1"/>
                </a:solidFill>
                <a:latin typeface="+mn-lt"/>
                <a:ea typeface="+mn-ea"/>
                <a:cs typeface="Arial" pitchFamily="34" charset="0"/>
              </a:defRPr>
            </a:lvl1pPr>
            <a:lvl2pPr marL="0" indent="0" algn="l" defTabSz="1218804" rtl="0" eaLnBrk="1" latinLnBrk="0" hangingPunct="1">
              <a:lnSpc>
                <a:spcPts val="2400"/>
              </a:lnSpc>
              <a:spcBef>
                <a:spcPts val="0"/>
              </a:spcBef>
              <a:spcAft>
                <a:spcPts val="600"/>
              </a:spcAft>
              <a:buClr>
                <a:schemeClr val="accent1"/>
              </a:buClr>
              <a:buSzPct val="100000"/>
              <a:buFontTx/>
              <a:buNone/>
              <a:defRPr sz="2200" kern="1200">
                <a:solidFill>
                  <a:schemeClr val="bg1"/>
                </a:solidFill>
                <a:latin typeface="+mn-lt"/>
                <a:ea typeface="+mn-ea"/>
                <a:cs typeface="Arial" pitchFamily="34" charset="0"/>
              </a:defRPr>
            </a:lvl2pPr>
            <a:lvl3pPr marL="0" indent="-239922" algn="l" defTabSz="1218804" rtl="0" eaLnBrk="1" latinLnBrk="0" hangingPunct="1">
              <a:lnSpc>
                <a:spcPts val="2600"/>
              </a:lnSpc>
              <a:spcBef>
                <a:spcPts val="0"/>
              </a:spcBef>
              <a:spcAft>
                <a:spcPts val="600"/>
              </a:spcAft>
              <a:buClr>
                <a:srgbClr val="2C421D"/>
              </a:buClr>
              <a:buSzPct val="100000"/>
              <a:buFont typeface="Arial" panose="020B0604020202020204" pitchFamily="34" charset="0"/>
              <a:buChar char="•"/>
              <a:defRPr sz="2400" kern="1200">
                <a:solidFill>
                  <a:schemeClr val="bg1"/>
                </a:solidFill>
                <a:latin typeface="+mn-lt"/>
                <a:ea typeface="+mn-ea"/>
                <a:cs typeface="Arial" pitchFamily="34" charset="0"/>
              </a:defRPr>
            </a:lvl3pPr>
            <a:lvl4pPr marL="4788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4pPr>
            <a:lvl5pPr marL="7200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baseline="0">
                <a:solidFill>
                  <a:schemeClr val="bg1"/>
                </a:solidFill>
                <a:latin typeface="+mn-lt"/>
                <a:ea typeface="+mn-ea"/>
                <a:cs typeface="Arial" pitchFamily="34" charset="0"/>
              </a:defRPr>
            </a:lvl5pPr>
            <a:lvl6pPr marL="9612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6pPr>
            <a:lvl7pPr marL="11988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7pPr>
            <a:lvl8pPr marL="14400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8pPr>
            <a:lvl9pPr marL="1681200" indent="-239922" algn="l" defTabSz="1218804" rtl="0" eaLnBrk="1" latinLnBrk="0" hangingPunct="1">
              <a:lnSpc>
                <a:spcPts val="2400"/>
              </a:lnSpc>
              <a:spcBef>
                <a:spcPts val="0"/>
              </a:spcBef>
              <a:spcAft>
                <a:spcPts val="600"/>
              </a:spcAft>
              <a:buClr>
                <a:schemeClr val="bg1"/>
              </a:buClr>
              <a:buSzPct val="100000"/>
              <a:buFont typeface="Arial" panose="020B0604020202020204" pitchFamily="34" charset="0"/>
              <a:buChar char="‒"/>
              <a:defRPr sz="2200" kern="1200">
                <a:solidFill>
                  <a:schemeClr val="bg1"/>
                </a:solidFill>
                <a:latin typeface="+mn-lt"/>
                <a:ea typeface="+mn-ea"/>
                <a:cs typeface="Arial" pitchFamily="34" charset="0"/>
              </a:defRPr>
            </a:lvl9pPr>
          </a:lstStyle>
          <a:p>
            <a:pPr marL="952348" lvl="1" indent="-342900">
              <a:lnSpc>
                <a:spcPct val="150000"/>
              </a:lnSpc>
              <a:buClr>
                <a:schemeClr val="bg1"/>
              </a:buClr>
              <a:buFont typeface="Wingdings" panose="05000000000000000000" pitchFamily="2" charset="2"/>
              <a:buChar char="Ø"/>
            </a:pPr>
            <a:r>
              <a:rPr lang="en-AU" sz="2000" b="1" dirty="0"/>
              <a:t>Carbon fibre</a:t>
            </a:r>
          </a:p>
          <a:p>
            <a:pPr marL="952348" lvl="1" indent="-342900">
              <a:lnSpc>
                <a:spcPct val="150000"/>
              </a:lnSpc>
              <a:buClr>
                <a:schemeClr val="bg1"/>
              </a:buClr>
              <a:buFont typeface="Wingdings" panose="05000000000000000000" pitchFamily="2" charset="2"/>
              <a:buChar char="Ø"/>
            </a:pPr>
            <a:r>
              <a:rPr lang="en-AU" sz="2000" b="1" dirty="0"/>
              <a:t>Marine plywood</a:t>
            </a:r>
          </a:p>
          <a:p>
            <a:endParaRPr lang="en-AU" b="0" dirty="0">
              <a:ln>
                <a:solidFill>
                  <a:schemeClr val="bg1"/>
                </a:solidFill>
              </a:ln>
            </a:endParaRPr>
          </a:p>
        </p:txBody>
      </p:sp>
      <p:sp>
        <p:nvSpPr>
          <p:cNvPr id="15" name="Text Placeholder 5">
            <a:extLst>
              <a:ext uri="{FF2B5EF4-FFF2-40B4-BE49-F238E27FC236}">
                <a16:creationId xmlns:a16="http://schemas.microsoft.com/office/drawing/2014/main" id="{973D0DB6-8508-BDA3-BBA7-FB589C1B4474}"/>
              </a:ext>
            </a:extLst>
          </p:cNvPr>
          <p:cNvSpPr txBox="1">
            <a:spLocks/>
          </p:cNvSpPr>
          <p:nvPr/>
        </p:nvSpPr>
        <p:spPr>
          <a:xfrm>
            <a:off x="2445330" y="4455844"/>
            <a:ext cx="7991368" cy="2555455"/>
          </a:xfrm>
          <a:prstGeom prst="rect">
            <a:avLst/>
          </a:prstGeom>
        </p:spPr>
        <p:txBody>
          <a:bodyPr vert="horz" lIns="0" tIns="0" rIns="0" bIns="0" rtlCol="0" anchor="ctr"/>
          <a:lstStyle>
            <a:defPPr>
              <a:defRPr lang="en-US"/>
            </a:defPPr>
            <a:lvl1pPr marL="0" algn="l" defTabSz="1218895" rtl="0" eaLnBrk="1" latinLnBrk="0" hangingPunct="1">
              <a:lnSpc>
                <a:spcPts val="1200"/>
              </a:lnSpc>
              <a:defRPr sz="1000" b="1" kern="1200">
                <a:solidFill>
                  <a:schemeClr val="bg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a:lstStyle>
          <a:p>
            <a:pPr>
              <a:lnSpc>
                <a:spcPct val="150000"/>
              </a:lnSpc>
            </a:pPr>
            <a:r>
              <a:rPr lang="en-AU" sz="3600" dirty="0"/>
              <a:t>Plan ahead! TCS can be very busy!</a:t>
            </a:r>
          </a:p>
        </p:txBody>
      </p:sp>
      <p:pic>
        <p:nvPicPr>
          <p:cNvPr id="3074" name="Picture 2" descr="Exclamation vector icon, important mark, attention logo, warning speech  bubble, red stop sign, illustration with shadow isolated on white  Stock-vektor | Adobe Stock">
            <a:extLst>
              <a:ext uri="{FF2B5EF4-FFF2-40B4-BE49-F238E27FC236}">
                <a16:creationId xmlns:a16="http://schemas.microsoft.com/office/drawing/2014/main" id="{BB7B2ADB-2C6D-AE21-4299-5E79B21628A5}"/>
              </a:ext>
            </a:extLst>
          </p:cNvPr>
          <p:cNvPicPr>
            <a:picLocks noChangeAspect="1" noChangeArrowheads="1"/>
          </p:cNvPicPr>
          <p:nvPr/>
        </p:nvPicPr>
        <p:blipFill>
          <a:blip r:embed="rId3">
            <a:duotone>
              <a:schemeClr val="accent2">
                <a:shade val="45000"/>
                <a:satMod val="135000"/>
              </a:schemeClr>
              <a:prstClr val="white"/>
            </a:duotone>
            <a:alphaModFix amt="50000"/>
            <a:extLst>
              <a:ext uri="{BEBA8EAE-BF5A-486C-A8C5-ECC9F3942E4B}">
                <a14:imgProps xmlns:a14="http://schemas.microsoft.com/office/drawing/2010/main">
                  <a14:imgLayer r:embed="rId4">
                    <a14:imgEffect>
                      <a14:backgroundRemoval t="10000" b="90000" l="10000" r="90000">
                        <a14:foregroundMark x1="42200" y1="71900" x2="47200" y2="75000"/>
                        <a14:backgroundMark x1="25600" y1="53300" x2="29500" y2="62300"/>
                        <a14:backgroundMark x1="29500" y1="62300" x2="36000" y2="66200"/>
                        <a14:backgroundMark x1="36000" y1="66200" x2="41107" y2="73010"/>
                        <a14:backgroundMark x1="46605" y1="75604" x2="49900" y2="77000"/>
                        <a14:backgroundMark x1="49900" y1="77000" x2="75200" y2="62500"/>
                        <a14:backgroundMark x1="75200" y1="62500" x2="78900" y2="56400"/>
                        <a14:backgroundMark x1="78900" y1="56400" x2="80900" y2="47700"/>
                        <a14:backgroundMark x1="80900" y1="47700" x2="85300" y2="47500"/>
                      </a14:backgroundRemoval>
                    </a14:imgEffect>
                  </a14:imgLayer>
                </a14:imgProps>
              </a:ext>
              <a:ext uri="{28A0092B-C50C-407E-A947-70E740481C1C}">
                <a14:useLocalDpi xmlns:a14="http://schemas.microsoft.com/office/drawing/2010/main" val="0"/>
              </a:ext>
            </a:extLst>
          </a:blip>
          <a:srcRect/>
          <a:stretch>
            <a:fillRect/>
          </a:stretch>
        </p:blipFill>
        <p:spPr bwMode="auto">
          <a:xfrm>
            <a:off x="-65220" y="1124428"/>
            <a:ext cx="4226400" cy="422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0419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69193-4189-0ABB-7A96-20CE9EA7FC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ECB5B3-AB44-A433-B32C-56C8F9844490}"/>
              </a:ext>
            </a:extLst>
          </p:cNvPr>
          <p:cNvSpPr>
            <a:spLocks noGrp="1"/>
          </p:cNvSpPr>
          <p:nvPr>
            <p:ph sz="quarter" idx="14"/>
          </p:nvPr>
        </p:nvSpPr>
        <p:spPr>
          <a:xfrm>
            <a:off x="345601" y="1239477"/>
            <a:ext cx="11500798" cy="4645745"/>
          </a:xfrm>
        </p:spPr>
        <p:txBody>
          <a:bodyPr/>
          <a:lstStyle/>
          <a:p>
            <a:pPr lvl="0" algn="ctr">
              <a:lnSpc>
                <a:spcPct val="200000"/>
              </a:lnSpc>
            </a:pPr>
            <a:r>
              <a:rPr lang="en-AU" sz="4400" dirty="0"/>
              <a:t>If you are wondering about it, </a:t>
            </a:r>
          </a:p>
          <a:p>
            <a:pPr lvl="0" algn="ctr">
              <a:lnSpc>
                <a:spcPct val="200000"/>
              </a:lnSpc>
            </a:pPr>
            <a:r>
              <a:rPr lang="en-AU" sz="4400" dirty="0"/>
              <a:t>someone else probably does too.</a:t>
            </a:r>
          </a:p>
          <a:p>
            <a:r>
              <a:rPr lang="en-AU" dirty="0"/>
              <a:t> </a:t>
            </a:r>
          </a:p>
          <a:p>
            <a:endParaRPr lang="en-AU" dirty="0"/>
          </a:p>
          <a:p>
            <a:endParaRPr lang="en-AU" dirty="0"/>
          </a:p>
          <a:p>
            <a:pPr algn="ctr"/>
            <a:r>
              <a:rPr lang="en-AU" sz="6000" dirty="0"/>
              <a:t>What questions do you have?</a:t>
            </a:r>
          </a:p>
        </p:txBody>
      </p:sp>
    </p:spTree>
    <p:extLst>
      <p:ext uri="{BB962C8B-B14F-4D97-AF65-F5344CB8AC3E}">
        <p14:creationId xmlns:p14="http://schemas.microsoft.com/office/powerpoint/2010/main" val="4274082266"/>
      </p:ext>
    </p:extLst>
  </p:cSld>
  <p:clrMapOvr>
    <a:masterClrMapping/>
  </p:clrMapOvr>
</p:sld>
</file>

<file path=ppt/theme/theme1.xml><?xml version="1.0" encoding="utf-8"?>
<a:theme xmlns:a="http://schemas.openxmlformats.org/drawingml/2006/main" name="University of Melbourne">
  <a:themeElements>
    <a:clrScheme name="UOM Option2 Colours">
      <a:dk1>
        <a:sysClr val="windowText" lastClr="000000"/>
      </a:dk1>
      <a:lt1>
        <a:sysClr val="window" lastClr="FFFFFF"/>
      </a:lt1>
      <a:dk2>
        <a:srgbClr val="000000"/>
      </a:dk2>
      <a:lt2>
        <a:srgbClr val="000F46"/>
      </a:lt2>
      <a:accent1>
        <a:srgbClr val="000000"/>
      </a:accent1>
      <a:accent2>
        <a:srgbClr val="46C8F0"/>
      </a:accent2>
      <a:accent3>
        <a:srgbClr val="FF2D3C"/>
      </a:accent3>
      <a:accent4>
        <a:srgbClr val="885771"/>
      </a:accent4>
      <a:accent5>
        <a:srgbClr val="9FB825"/>
      </a:accent5>
      <a:accent6>
        <a:srgbClr val="003C55"/>
      </a:accent6>
      <a:hlink>
        <a:srgbClr val="000F46"/>
      </a:hlink>
      <a:folHlink>
        <a:srgbClr val="000F46"/>
      </a:folHlink>
    </a:clrScheme>
    <a:fontScheme name="University of Melbourn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6E6E6"/>
        </a:solidFill>
        <a:ln>
          <a:noFill/>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Black Sheoak (Dark)">
      <a:srgbClr val="78000D"/>
    </a:custClr>
    <a:custClr name="Possum (Dark)">
      <a:srgbClr val="73234B"/>
    </a:custClr>
    <a:custClr name="Possum (Light)">
      <a:srgbClr val="EB7BBE"/>
    </a:custClr>
    <a:custClr name="Yam Daisy (Dark)">
      <a:srgbClr val="A84500"/>
    </a:custClr>
    <a:custClr name="Yam Daisy (Light)">
      <a:srgbClr val="FFD629"/>
    </a:custClr>
    <a:custClr name="Magpie (Light)">
      <a:srgbClr val="C8C8C8"/>
    </a:custClr>
    <a:custClr name="Mt William Greenstone (Light)">
      <a:srgbClr val="ABC1A7"/>
    </a:custClr>
    <a:custClr name="River Red Gum (Dark)">
      <a:srgbClr val="2C421D"/>
    </a:custClr>
    <a:custClr name="Magpie (Dark)">
      <a:srgbClr val="2D2D2D"/>
    </a:custClr>
    <a:custClr name="Mt William Greenstone (Dark)">
      <a:srgbClr val="444A40"/>
    </a:custClr>
  </a:custClrLst>
  <a:extLst>
    <a:ext uri="{05A4C25C-085E-4340-85A3-A5531E510DB2}">
      <thm15:themeFamily xmlns:thm15="http://schemas.microsoft.com/office/thememl/2012/main" name="Master_University of Melbourne.potx" id="{EEF8E8C5-136A-4328-9120-DC238DB23620}" vid="{3C59B156-C13B-4CA4-AD0B-4F3716D70D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fb89b6f-36ae-4849-9465-03e9120b6ecb" xsi:nil="true"/>
    <lcf76f155ced4ddcb4097134ff3c332f xmlns="9c7c6ee8-280c-494e-81bb-f0df3eac9c8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FD1B1DD8D33DA4AA15FA48B8C2C5D50" ma:contentTypeVersion="12" ma:contentTypeDescription="Create a new document." ma:contentTypeScope="" ma:versionID="959897ea71abe688c9eb931d4a67c840">
  <xsd:schema xmlns:xsd="http://www.w3.org/2001/XMLSchema" xmlns:xs="http://www.w3.org/2001/XMLSchema" xmlns:p="http://schemas.microsoft.com/office/2006/metadata/properties" xmlns:ns2="9c7c6ee8-280c-494e-81bb-f0df3eac9c8c" xmlns:ns3="bfb89b6f-36ae-4849-9465-03e9120b6ecb" targetNamespace="http://schemas.microsoft.com/office/2006/metadata/properties" ma:root="true" ma:fieldsID="427c8fa6e8ce21e63451d01a3610eeca" ns2:_="" ns3:_="">
    <xsd:import namespace="9c7c6ee8-280c-494e-81bb-f0df3eac9c8c"/>
    <xsd:import namespace="bfb89b6f-36ae-4849-9465-03e9120b6ec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7c6ee8-280c-494e-81bb-f0df3eac9c8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b163b37-248a-4bdb-8038-6e8df1cc47a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fb89b6f-36ae-4849-9465-03e9120b6ec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e6f0495-e3ce-435b-b6c3-a6c36e90ada6}" ma:internalName="TaxCatchAll" ma:showField="CatchAllData" ma:web="bfb89b6f-36ae-4849-9465-03e9120b6ec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2C75387-93F6-4D93-B300-D671EFAD96D4}">
  <ds:schemaRefs>
    <ds:schemaRef ds:uri="http://schemas.microsoft.com/sharepoint/v3/contenttype/forms"/>
  </ds:schemaRefs>
</ds:datastoreItem>
</file>

<file path=customXml/itemProps2.xml><?xml version="1.0" encoding="utf-8"?>
<ds:datastoreItem xmlns:ds="http://schemas.openxmlformats.org/officeDocument/2006/customXml" ds:itemID="{FE8FFBB9-4FB3-4A1F-8381-B3FA72337E91}">
  <ds:schemaRefs>
    <ds:schemaRef ds:uri="http://purl.org/dc/dcmitype/"/>
    <ds:schemaRef ds:uri="9c7c6ee8-280c-494e-81bb-f0df3eac9c8c"/>
    <ds:schemaRef ds:uri="http://purl.org/dc/elements/1.1/"/>
    <ds:schemaRef ds:uri="http://schemas.openxmlformats.org/package/2006/metadata/core-properties"/>
    <ds:schemaRef ds:uri="http://schemas.microsoft.com/office/2006/metadata/properties"/>
    <ds:schemaRef ds:uri="http://www.w3.org/XML/1998/namespace"/>
    <ds:schemaRef ds:uri="http://schemas.microsoft.com/office/2006/documentManagement/types"/>
    <ds:schemaRef ds:uri="http://schemas.microsoft.com/office/infopath/2007/PartnerControls"/>
    <ds:schemaRef ds:uri="bfb89b6f-36ae-4849-9465-03e9120b6ecb"/>
    <ds:schemaRef ds:uri="http://purl.org/dc/terms/"/>
  </ds:schemaRefs>
</ds:datastoreItem>
</file>

<file path=customXml/itemProps3.xml><?xml version="1.0" encoding="utf-8"?>
<ds:datastoreItem xmlns:ds="http://schemas.openxmlformats.org/officeDocument/2006/customXml" ds:itemID="{5C7B50E6-4FCD-4106-BD1D-F2F5479272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c7c6ee8-280c-494e-81bb-f0df3eac9c8c"/>
    <ds:schemaRef ds:uri="bfb89b6f-36ae-4849-9465-03e9120b6ec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Presentation_University of Melbourne</Template>
  <TotalTime>12823</TotalTime>
  <Words>2343</Words>
  <Application>Microsoft Office PowerPoint</Application>
  <PresentationFormat>Widescreen</PresentationFormat>
  <Paragraphs>152</Paragraphs>
  <Slides>21</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Segoe UI</vt:lpstr>
      <vt:lpstr>Symbol</vt:lpstr>
      <vt:lpstr>wfont_e6da5f_fdabe17d0a4c4532abc746b45ee50175</vt:lpstr>
      <vt:lpstr>Wingdings</vt:lpstr>
      <vt:lpstr>University of Melbourne</vt:lpstr>
      <vt:lpstr>     How to Capstone</vt:lpstr>
      <vt:lpstr>    (1) Meet your Lab&amp;Tech Support,       (2) Budgeting &amp; Finance and        (3) eMarket &amp; Procurement Steps</vt:lpstr>
      <vt:lpstr>Who is supporting your project?</vt:lpstr>
      <vt:lpstr>Meet your support</vt:lpstr>
      <vt:lpstr>Emails you should know: </vt:lpstr>
      <vt:lpstr>Organise a meeting with your Lab&amp;Tech Cluster</vt:lpstr>
      <vt:lpstr>    (1) Meet your Lab&amp;Tech Support,       (2) Budgeting &amp; Finance and        (3) eMarket &amp; Procurement Steps</vt:lpstr>
      <vt:lpstr>Submit your General Risk Assessment (GRA)</vt:lpstr>
      <vt:lpstr>Consider your anticipated expenses (1/2)</vt:lpstr>
      <vt:lpstr>Consider your anticipated expenses (2/2)</vt:lpstr>
      <vt:lpstr>Why can’t I just buy the good myself and claim reimbursement?</vt:lpstr>
      <vt:lpstr>    (1) Meet your Lab&amp;Tech Support,       (2) Budgeting &amp; Finance and        (3) eMarket &amp; Procurement Steps</vt:lpstr>
      <vt:lpstr>Step 1: Reset your eMarket Password</vt:lpstr>
      <vt:lpstr>Step 2: Login to eMarket </vt:lpstr>
      <vt:lpstr>Step 3: Start your basket(s)</vt:lpstr>
      <vt:lpstr>Step 4: The team will place your order</vt:lpstr>
      <vt:lpstr>Step 6: Returns</vt:lpstr>
      <vt:lpstr>The Creator Space (TCS)</vt:lpstr>
      <vt:lpstr>eng.unimelb.edu.au/telstra-creator-space#start-making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Arati Nair</dc:creator>
  <cp:lastModifiedBy>Matz Duebbert</cp:lastModifiedBy>
  <cp:revision>3</cp:revision>
  <dcterms:created xsi:type="dcterms:W3CDTF">2025-09-03T01:16:51Z</dcterms:created>
  <dcterms:modified xsi:type="dcterms:W3CDTF">2026-08-11T05:11:27Z</dcterms:modified>
  <cp:category>PowerPoint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0x010100AFD1B1DD8D33DA4AA15FA48B8C2C5D50</vt:lpwstr>
  </property>
  <property fmtid="{D5CDD505-2E9C-101B-9397-08002B2CF9AE}" pid="3" name="MediaServiceImageTags">
    <vt:lpwstr/>
  </property>
</Properties>
</file>